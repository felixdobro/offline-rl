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1" r:id="rId3"/>
    <p:sldId id="260" r:id="rId4"/>
    <p:sldId id="263" r:id="rId5"/>
    <p:sldId id="264" r:id="rId6"/>
    <p:sldId id="265" r:id="rId7"/>
    <p:sldId id="266" r:id="rId8"/>
    <p:sldId id="268" r:id="rId9"/>
    <p:sldId id="267" r:id="rId10"/>
    <p:sldId id="269" r:id="rId11"/>
    <p:sldId id="271" r:id="rId12"/>
    <p:sldId id="270" r:id="rId13"/>
    <p:sldId id="272" r:id="rId14"/>
    <p:sldId id="274" r:id="rId15"/>
    <p:sldId id="273" r:id="rId16"/>
    <p:sldId id="275" r:id="rId17"/>
    <p:sldId id="276" r:id="rId18"/>
    <p:sldId id="277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A4D5A-251C-444F-906C-91658287BA8F}" v="269" dt="2026-01-25T13:17:25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dobro" userId="14f57bfd389b4c7e" providerId="LiveId" clId="{6A3FA6BB-30DC-4B9F-A71D-0601175FA068}"/>
    <pc:docChg chg="undo custSel addSld delSld modSld sldOrd">
      <pc:chgData name="felix dobro" userId="14f57bfd389b4c7e" providerId="LiveId" clId="{6A3FA6BB-30DC-4B9F-A71D-0601175FA068}" dt="2026-01-25T13:19:04.286" v="1778" actId="1036"/>
      <pc:docMkLst>
        <pc:docMk/>
      </pc:docMkLst>
      <pc:sldChg chg="addSp delSp modSp mod setBg modAnim">
        <pc:chgData name="felix dobro" userId="14f57bfd389b4c7e" providerId="LiveId" clId="{6A3FA6BB-30DC-4B9F-A71D-0601175FA068}" dt="2026-01-25T10:00:07.825" v="956" actId="20577"/>
        <pc:sldMkLst>
          <pc:docMk/>
          <pc:sldMk cId="1260894940" sldId="256"/>
        </pc:sldMkLst>
        <pc:spChg chg="mod">
          <ac:chgData name="felix dobro" userId="14f57bfd389b4c7e" providerId="LiveId" clId="{6A3FA6BB-30DC-4B9F-A71D-0601175FA068}" dt="2026-01-25T10:00:07.825" v="956" actId="20577"/>
          <ac:spMkLst>
            <pc:docMk/>
            <pc:sldMk cId="1260894940" sldId="256"/>
            <ac:spMk id="2" creationId="{7145B748-6D9F-3706-8D4C-0294267003EE}"/>
          </ac:spMkLst>
        </pc:spChg>
        <pc:spChg chg="mod">
          <ac:chgData name="felix dobro" userId="14f57bfd389b4c7e" providerId="LiveId" clId="{6A3FA6BB-30DC-4B9F-A71D-0601175FA068}" dt="2026-01-24T20:54:47.325" v="948" actId="26606"/>
          <ac:spMkLst>
            <pc:docMk/>
            <pc:sldMk cId="1260894940" sldId="256"/>
            <ac:spMk id="3" creationId="{7FCF16F3-3214-54BB-0231-59BBC15CCE7A}"/>
          </ac:spMkLst>
        </pc:spChg>
        <pc:spChg chg="add del">
          <ac:chgData name="felix dobro" userId="14f57bfd389b4c7e" providerId="LiveId" clId="{6A3FA6BB-30DC-4B9F-A71D-0601175FA068}" dt="2026-01-24T20:54:42.905" v="947" actId="26606"/>
          <ac:spMkLst>
            <pc:docMk/>
            <pc:sldMk cId="1260894940" sldId="256"/>
            <ac:spMk id="6" creationId="{94714483-7072-431F-9DBE-87F44E4D44BC}"/>
          </ac:spMkLst>
        </pc:spChg>
        <pc:spChg chg="add del">
          <ac:chgData name="felix dobro" userId="14f57bfd389b4c7e" providerId="LiveId" clId="{6A3FA6BB-30DC-4B9F-A71D-0601175FA068}" dt="2026-01-24T20:54:42.905" v="947" actId="26606"/>
          <ac:spMkLst>
            <pc:docMk/>
            <pc:sldMk cId="1260894940" sldId="256"/>
            <ac:spMk id="7" creationId="{495892E1-F4A5-4991-AC52-4F417B14A2A2}"/>
          </ac:spMkLst>
        </pc:spChg>
        <pc:spChg chg="add del">
          <ac:chgData name="felix dobro" userId="14f57bfd389b4c7e" providerId="LiveId" clId="{6A3FA6BB-30DC-4B9F-A71D-0601175FA068}" dt="2026-01-24T20:54:27.794" v="943" actId="26606"/>
          <ac:spMkLst>
            <pc:docMk/>
            <pc:sldMk cId="1260894940" sldId="256"/>
            <ac:spMk id="9" creationId="{94714483-7072-431F-9DBE-87F44E4D44BC}"/>
          </ac:spMkLst>
        </pc:spChg>
        <pc:spChg chg="add del">
          <ac:chgData name="felix dobro" userId="14f57bfd389b4c7e" providerId="LiveId" clId="{6A3FA6BB-30DC-4B9F-A71D-0601175FA068}" dt="2026-01-24T20:54:42.905" v="947" actId="26606"/>
          <ac:spMkLst>
            <pc:docMk/>
            <pc:sldMk cId="1260894940" sldId="256"/>
            <ac:spMk id="10" creationId="{E2683E3F-F855-4549-84F8-42064EC0F247}"/>
          </ac:spMkLst>
        </pc:spChg>
        <pc:spChg chg="add del">
          <ac:chgData name="felix dobro" userId="14f57bfd389b4c7e" providerId="LiveId" clId="{6A3FA6BB-30DC-4B9F-A71D-0601175FA068}" dt="2026-01-24T20:54:27.794" v="943" actId="26606"/>
          <ac:spMkLst>
            <pc:docMk/>
            <pc:sldMk cId="1260894940" sldId="256"/>
            <ac:spMk id="11" creationId="{495892E1-F4A5-4991-AC52-4F417B14A2A2}"/>
          </ac:spMkLst>
        </pc:spChg>
        <pc:spChg chg="add del">
          <ac:chgData name="felix dobro" userId="14f57bfd389b4c7e" providerId="LiveId" clId="{6A3FA6BB-30DC-4B9F-A71D-0601175FA068}" dt="2026-01-24T20:54:42.905" v="947" actId="26606"/>
          <ac:spMkLst>
            <pc:docMk/>
            <pc:sldMk cId="1260894940" sldId="256"/>
            <ac:spMk id="20" creationId="{832F3179-0CD5-40C8-9939-D8355006F7BA}"/>
          </ac:spMkLst>
        </pc:spChg>
        <pc:spChg chg="add del">
          <ac:chgData name="felix dobro" userId="14f57bfd389b4c7e" providerId="LiveId" clId="{6A3FA6BB-30DC-4B9F-A71D-0601175FA068}" dt="2026-01-24T20:54:27.794" v="943" actId="26606"/>
          <ac:spMkLst>
            <pc:docMk/>
            <pc:sldMk cId="1260894940" sldId="256"/>
            <ac:spMk id="21" creationId="{E2683E3F-F855-4549-84F8-42064EC0F247}"/>
          </ac:spMkLst>
        </pc:spChg>
        <pc:spChg chg="add">
          <ac:chgData name="felix dobro" userId="14f57bfd389b4c7e" providerId="LiveId" clId="{6A3FA6BB-30DC-4B9F-A71D-0601175FA068}" dt="2026-01-24T20:54:47.325" v="948" actId="26606"/>
          <ac:spMkLst>
            <pc:docMk/>
            <pc:sldMk cId="1260894940" sldId="256"/>
            <ac:spMk id="24" creationId="{93245F62-CCC4-49E4-B95B-EA6C1E790510}"/>
          </ac:spMkLst>
        </pc:spChg>
        <pc:spChg chg="add">
          <ac:chgData name="felix dobro" userId="14f57bfd389b4c7e" providerId="LiveId" clId="{6A3FA6BB-30DC-4B9F-A71D-0601175FA068}" dt="2026-01-24T20:54:47.325" v="948" actId="26606"/>
          <ac:spMkLst>
            <pc:docMk/>
            <pc:sldMk cId="1260894940" sldId="256"/>
            <ac:spMk id="25" creationId="{E6C0DD6B-6AA3-448F-9B99-8386295BC1B4}"/>
          </ac:spMkLst>
        </pc:spChg>
        <pc:spChg chg="add del">
          <ac:chgData name="felix dobro" userId="14f57bfd389b4c7e" providerId="LiveId" clId="{6A3FA6BB-30DC-4B9F-A71D-0601175FA068}" dt="2026-01-24T20:54:27.794" v="943" actId="26606"/>
          <ac:spMkLst>
            <pc:docMk/>
            <pc:sldMk cId="1260894940" sldId="256"/>
            <ac:spMk id="29" creationId="{832F3179-0CD5-40C8-9939-D8355006F7BA}"/>
          </ac:spMkLst>
        </pc:spChg>
        <pc:grpChg chg="add del">
          <ac:chgData name="felix dobro" userId="14f57bfd389b4c7e" providerId="LiveId" clId="{6A3FA6BB-30DC-4B9F-A71D-0601175FA068}" dt="2026-01-24T20:54:42.905" v="947" actId="26606"/>
          <ac:grpSpMkLst>
            <pc:docMk/>
            <pc:sldMk cId="1260894940" sldId="256"/>
            <ac:grpSpMk id="8" creationId="{ACF597F8-76AA-44FA-8E6A-06223B66C0DD}"/>
          </ac:grpSpMkLst>
        </pc:grpChg>
        <pc:grpChg chg="add del">
          <ac:chgData name="felix dobro" userId="14f57bfd389b4c7e" providerId="LiveId" clId="{6A3FA6BB-30DC-4B9F-A71D-0601175FA068}" dt="2026-01-24T20:54:42.905" v="947" actId="26606"/>
          <ac:grpSpMkLst>
            <pc:docMk/>
            <pc:sldMk cId="1260894940" sldId="256"/>
            <ac:grpSpMk id="12" creationId="{8FC90B1E-0223-4440-AF22-8F32F6F0C7D2}"/>
          </ac:grpSpMkLst>
        </pc:grpChg>
        <pc:grpChg chg="add del">
          <ac:chgData name="felix dobro" userId="14f57bfd389b4c7e" providerId="LiveId" clId="{6A3FA6BB-30DC-4B9F-A71D-0601175FA068}" dt="2026-01-24T20:54:27.794" v="943" actId="26606"/>
          <ac:grpSpMkLst>
            <pc:docMk/>
            <pc:sldMk cId="1260894940" sldId="256"/>
            <ac:grpSpMk id="13" creationId="{ACF597F8-76AA-44FA-8E6A-06223B66C0DD}"/>
          </ac:grpSpMkLst>
        </pc:grpChg>
        <pc:grpChg chg="add del">
          <ac:chgData name="felix dobro" userId="14f57bfd389b4c7e" providerId="LiveId" clId="{6A3FA6BB-30DC-4B9F-A71D-0601175FA068}" dt="2026-01-24T20:54:42.905" v="947" actId="26606"/>
          <ac:grpSpMkLst>
            <pc:docMk/>
            <pc:sldMk cId="1260894940" sldId="256"/>
            <ac:grpSpMk id="22" creationId="{11CE155D-684B-4F5E-B835-C52765E310E7}"/>
          </ac:grpSpMkLst>
        </pc:grpChg>
        <pc:grpChg chg="add del">
          <ac:chgData name="felix dobro" userId="14f57bfd389b4c7e" providerId="LiveId" clId="{6A3FA6BB-30DC-4B9F-A71D-0601175FA068}" dt="2026-01-24T20:54:27.794" v="943" actId="26606"/>
          <ac:grpSpMkLst>
            <pc:docMk/>
            <pc:sldMk cId="1260894940" sldId="256"/>
            <ac:grpSpMk id="23" creationId="{8FC90B1E-0223-4440-AF22-8F32F6F0C7D2}"/>
          </ac:grpSpMkLst>
        </pc:grpChg>
        <pc:grpChg chg="add del">
          <ac:chgData name="felix dobro" userId="14f57bfd389b4c7e" providerId="LiveId" clId="{6A3FA6BB-30DC-4B9F-A71D-0601175FA068}" dt="2026-01-24T20:54:27.794" v="943" actId="26606"/>
          <ac:grpSpMkLst>
            <pc:docMk/>
            <pc:sldMk cId="1260894940" sldId="256"/>
            <ac:grpSpMk id="31" creationId="{11CE155D-684B-4F5E-B835-C52765E310E7}"/>
          </ac:grpSpMkLst>
        </pc:grpChg>
        <pc:picChg chg="add mod ord">
          <ac:chgData name="felix dobro" userId="14f57bfd389b4c7e" providerId="LiveId" clId="{6A3FA6BB-30DC-4B9F-A71D-0601175FA068}" dt="2026-01-24T20:54:47.325" v="948" actId="26606"/>
          <ac:picMkLst>
            <pc:docMk/>
            <pc:sldMk cId="1260894940" sldId="256"/>
            <ac:picMk id="4" creationId="{A5E3528E-1200-2E00-01DE-70CC151AF0AB}"/>
          </ac:picMkLst>
        </pc:picChg>
      </pc:sldChg>
      <pc:sldChg chg="del">
        <pc:chgData name="felix dobro" userId="14f57bfd389b4c7e" providerId="LiveId" clId="{6A3FA6BB-30DC-4B9F-A71D-0601175FA068}" dt="2026-01-24T18:28:59.011" v="41" actId="47"/>
        <pc:sldMkLst>
          <pc:docMk/>
          <pc:sldMk cId="3663544770" sldId="258"/>
        </pc:sldMkLst>
      </pc:sldChg>
      <pc:sldChg chg="modSp mod">
        <pc:chgData name="felix dobro" userId="14f57bfd389b4c7e" providerId="LiveId" clId="{6A3FA6BB-30DC-4B9F-A71D-0601175FA068}" dt="2026-01-24T18:33:21.659" v="307" actId="20577"/>
        <pc:sldMkLst>
          <pc:docMk/>
          <pc:sldMk cId="4240159707" sldId="260"/>
        </pc:sldMkLst>
        <pc:spChg chg="mod">
          <ac:chgData name="felix dobro" userId="14f57bfd389b4c7e" providerId="LiveId" clId="{6A3FA6BB-30DC-4B9F-A71D-0601175FA068}" dt="2026-01-24T18:33:21.659" v="307" actId="20577"/>
          <ac:spMkLst>
            <pc:docMk/>
            <pc:sldMk cId="4240159707" sldId="260"/>
            <ac:spMk id="3" creationId="{6A5E5A61-A765-DEEB-FCC2-582CADB92551}"/>
          </ac:spMkLst>
        </pc:spChg>
      </pc:sldChg>
      <pc:sldChg chg="addSp modSp mod ord setBg">
        <pc:chgData name="felix dobro" userId="14f57bfd389b4c7e" providerId="LiveId" clId="{6A3FA6BB-30DC-4B9F-A71D-0601175FA068}" dt="2026-01-24T20:53:35.737" v="938"/>
        <pc:sldMkLst>
          <pc:docMk/>
          <pc:sldMk cId="3127333359" sldId="261"/>
        </pc:sldMkLst>
        <pc:spChg chg="mo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2" creationId="{4ECF72ED-BC94-D92C-BC9D-B3249F53B4EA}"/>
          </ac:spMkLst>
        </pc:spChg>
        <pc:spChg chg="mo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3" creationId="{F0F54FEC-D6CD-0BF2-F0C7-C5564B2D6F26}"/>
          </ac:spMkLst>
        </pc:spChg>
        <pc:spChg chg="ad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8" creationId="{DAF1966E-FD40-4A4A-B61B-C4DF7FA05F06}"/>
          </ac:spMkLst>
        </pc:spChg>
        <pc:spChg chg="ad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10" creationId="{047BFA19-D45E-416B-A404-7AF2F3F27017}"/>
          </ac:spMkLst>
        </pc:spChg>
        <pc:spChg chg="ad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12" creationId="{8E0105E7-23DB-4CF2-8258-FF47C7620F6E}"/>
          </ac:spMkLst>
        </pc:spChg>
        <pc:spChg chg="add">
          <ac:chgData name="felix dobro" userId="14f57bfd389b4c7e" providerId="LiveId" clId="{6A3FA6BB-30DC-4B9F-A71D-0601175FA068}" dt="2026-01-24T18:15:44.239" v="1" actId="26606"/>
          <ac:spMkLst>
            <pc:docMk/>
            <pc:sldMk cId="3127333359" sldId="261"/>
            <ac:spMk id="14" creationId="{074B4F7D-14B2-478B-8BF5-01E4E0C5D263}"/>
          </ac:spMkLst>
        </pc:spChg>
      </pc:sldChg>
      <pc:sldChg chg="addSp modSp mod setBg">
        <pc:chgData name="felix dobro" userId="14f57bfd389b4c7e" providerId="LiveId" clId="{6A3FA6BB-30DC-4B9F-A71D-0601175FA068}" dt="2026-01-24T18:15:38.761" v="0" actId="26606"/>
        <pc:sldMkLst>
          <pc:docMk/>
          <pc:sldMk cId="3683225515" sldId="264"/>
        </pc:sldMkLst>
        <pc:spChg chg="mo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2" creationId="{330CFBEC-CF9B-82AD-8E67-6379DE879600}"/>
          </ac:spMkLst>
        </pc:spChg>
        <pc:spChg chg="mo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3" creationId="{4EE171C0-72F1-7262-BE52-70A090092911}"/>
          </ac:spMkLst>
        </pc:spChg>
        <pc:spChg chg="ad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8" creationId="{DAF1966E-FD40-4A4A-B61B-C4DF7FA05F06}"/>
          </ac:spMkLst>
        </pc:spChg>
        <pc:spChg chg="ad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10" creationId="{047BFA19-D45E-416B-A404-7AF2F3F27017}"/>
          </ac:spMkLst>
        </pc:spChg>
        <pc:spChg chg="ad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12" creationId="{8E0105E7-23DB-4CF2-8258-FF47C7620F6E}"/>
          </ac:spMkLst>
        </pc:spChg>
        <pc:spChg chg="add">
          <ac:chgData name="felix dobro" userId="14f57bfd389b4c7e" providerId="LiveId" clId="{6A3FA6BB-30DC-4B9F-A71D-0601175FA068}" dt="2026-01-24T18:15:38.761" v="0" actId="26606"/>
          <ac:spMkLst>
            <pc:docMk/>
            <pc:sldMk cId="3683225515" sldId="264"/>
            <ac:spMk id="14" creationId="{074B4F7D-14B2-478B-8BF5-01E4E0C5D263}"/>
          </ac:spMkLst>
        </pc:spChg>
      </pc:sldChg>
      <pc:sldChg chg="addSp modSp mod setBg">
        <pc:chgData name="felix dobro" userId="14f57bfd389b4c7e" providerId="LiveId" clId="{6A3FA6BB-30DC-4B9F-A71D-0601175FA068}" dt="2026-01-24T18:18:26.454" v="38" actId="2710"/>
        <pc:sldMkLst>
          <pc:docMk/>
          <pc:sldMk cId="1468723404" sldId="265"/>
        </pc:sldMkLst>
        <pc:spChg chg="mod">
          <ac:chgData name="felix dobro" userId="14f57bfd389b4c7e" providerId="LiveId" clId="{6A3FA6BB-30DC-4B9F-A71D-0601175FA068}" dt="2026-01-24T18:18:08.928" v="36" actId="26606"/>
          <ac:spMkLst>
            <pc:docMk/>
            <pc:sldMk cId="1468723404" sldId="265"/>
            <ac:spMk id="2" creationId="{BB0FEFC5-960C-7A9E-1F8C-D5DC759A7B73}"/>
          </ac:spMkLst>
        </pc:spChg>
        <pc:spChg chg="mod">
          <ac:chgData name="felix dobro" userId="14f57bfd389b4c7e" providerId="LiveId" clId="{6A3FA6BB-30DC-4B9F-A71D-0601175FA068}" dt="2026-01-24T18:18:26.454" v="38" actId="2710"/>
          <ac:spMkLst>
            <pc:docMk/>
            <pc:sldMk cId="1468723404" sldId="265"/>
            <ac:spMk id="3" creationId="{02ED8639-5CD6-63D2-C404-59C0A8072EE8}"/>
          </ac:spMkLst>
        </pc:spChg>
        <pc:spChg chg="add">
          <ac:chgData name="felix dobro" userId="14f57bfd389b4c7e" providerId="LiveId" clId="{6A3FA6BB-30DC-4B9F-A71D-0601175FA068}" dt="2026-01-24T18:18:08.928" v="36" actId="26606"/>
          <ac:spMkLst>
            <pc:docMk/>
            <pc:sldMk cId="1468723404" sldId="265"/>
            <ac:spMk id="8" creationId="{DAF1966E-FD40-4A4A-B61B-C4DF7FA05F06}"/>
          </ac:spMkLst>
        </pc:spChg>
        <pc:spChg chg="add">
          <ac:chgData name="felix dobro" userId="14f57bfd389b4c7e" providerId="LiveId" clId="{6A3FA6BB-30DC-4B9F-A71D-0601175FA068}" dt="2026-01-24T18:18:08.928" v="36" actId="26606"/>
          <ac:spMkLst>
            <pc:docMk/>
            <pc:sldMk cId="1468723404" sldId="265"/>
            <ac:spMk id="10" creationId="{047BFA19-D45E-416B-A404-7AF2F3F27017}"/>
          </ac:spMkLst>
        </pc:spChg>
        <pc:spChg chg="add">
          <ac:chgData name="felix dobro" userId="14f57bfd389b4c7e" providerId="LiveId" clId="{6A3FA6BB-30DC-4B9F-A71D-0601175FA068}" dt="2026-01-24T18:18:08.928" v="36" actId="26606"/>
          <ac:spMkLst>
            <pc:docMk/>
            <pc:sldMk cId="1468723404" sldId="265"/>
            <ac:spMk id="12" creationId="{8E0105E7-23DB-4CF2-8258-FF47C7620F6E}"/>
          </ac:spMkLst>
        </pc:spChg>
        <pc:spChg chg="add">
          <ac:chgData name="felix dobro" userId="14f57bfd389b4c7e" providerId="LiveId" clId="{6A3FA6BB-30DC-4B9F-A71D-0601175FA068}" dt="2026-01-24T18:18:08.928" v="36" actId="26606"/>
          <ac:spMkLst>
            <pc:docMk/>
            <pc:sldMk cId="1468723404" sldId="265"/>
            <ac:spMk id="14" creationId="{074B4F7D-14B2-478B-8BF5-01E4E0C5D263}"/>
          </ac:spMkLst>
        </pc:spChg>
      </pc:sldChg>
      <pc:sldChg chg="addSp modSp new mod setBg">
        <pc:chgData name="felix dobro" userId="14f57bfd389b4c7e" providerId="LiveId" clId="{6A3FA6BB-30DC-4B9F-A71D-0601175FA068}" dt="2026-01-25T10:02:32.307" v="970" actId="20577"/>
        <pc:sldMkLst>
          <pc:docMk/>
          <pc:sldMk cId="2957765284" sldId="266"/>
        </pc:sldMkLst>
        <pc:spChg chg="mod">
          <ac:chgData name="felix dobro" userId="14f57bfd389b4c7e" providerId="LiveId" clId="{6A3FA6BB-30DC-4B9F-A71D-0601175FA068}" dt="2026-01-25T10:02:17.980" v="962" actId="26606"/>
          <ac:spMkLst>
            <pc:docMk/>
            <pc:sldMk cId="2957765284" sldId="266"/>
            <ac:spMk id="2" creationId="{EA4C86C8-8657-BE0B-99A2-493C0AE3839C}"/>
          </ac:spMkLst>
        </pc:spChg>
        <pc:spChg chg="mod">
          <ac:chgData name="felix dobro" userId="14f57bfd389b4c7e" providerId="LiveId" clId="{6A3FA6BB-30DC-4B9F-A71D-0601175FA068}" dt="2026-01-25T10:02:32.307" v="970" actId="20577"/>
          <ac:spMkLst>
            <pc:docMk/>
            <pc:sldMk cId="2957765284" sldId="266"/>
            <ac:spMk id="3" creationId="{6E3AFDC3-279A-CE7B-8E99-3E7BB04BDF6F}"/>
          </ac:spMkLst>
        </pc:spChg>
        <pc:spChg chg="add">
          <ac:chgData name="felix dobro" userId="14f57bfd389b4c7e" providerId="LiveId" clId="{6A3FA6BB-30DC-4B9F-A71D-0601175FA068}" dt="2026-01-25T10:02:17.980" v="962" actId="26606"/>
          <ac:spMkLst>
            <pc:docMk/>
            <pc:sldMk cId="2957765284" sldId="266"/>
            <ac:spMk id="8" creationId="{100EDD19-6802-4EC3-95CE-CFFAB042CFD6}"/>
          </ac:spMkLst>
        </pc:spChg>
        <pc:spChg chg="add">
          <ac:chgData name="felix dobro" userId="14f57bfd389b4c7e" providerId="LiveId" clId="{6A3FA6BB-30DC-4B9F-A71D-0601175FA068}" dt="2026-01-25T10:02:17.980" v="962" actId="26606"/>
          <ac:spMkLst>
            <pc:docMk/>
            <pc:sldMk cId="2957765284" sldId="266"/>
            <ac:spMk id="10" creationId="{DB17E863-922E-4C26-BD64-E8FD41D28661}"/>
          </ac:spMkLst>
        </pc:spChg>
      </pc:sldChg>
      <pc:sldChg chg="addSp delSp modSp new mod setBg">
        <pc:chgData name="felix dobro" userId="14f57bfd389b4c7e" providerId="LiveId" clId="{6A3FA6BB-30DC-4B9F-A71D-0601175FA068}" dt="2026-01-25T11:50:54.319" v="1124" actId="14100"/>
        <pc:sldMkLst>
          <pc:docMk/>
          <pc:sldMk cId="3478197586" sldId="267"/>
        </pc:sldMkLst>
        <pc:spChg chg="del mod">
          <ac:chgData name="felix dobro" userId="14f57bfd389b4c7e" providerId="LiveId" clId="{6A3FA6BB-30DC-4B9F-A71D-0601175FA068}" dt="2026-01-25T11:39:36.188" v="998" actId="478"/>
          <ac:spMkLst>
            <pc:docMk/>
            <pc:sldMk cId="3478197586" sldId="267"/>
            <ac:spMk id="2" creationId="{EDD601AB-76DD-0844-4571-735CB81D8E58}"/>
          </ac:spMkLst>
        </pc:spChg>
        <pc:spChg chg="del">
          <ac:chgData name="felix dobro" userId="14f57bfd389b4c7e" providerId="LiveId" clId="{6A3FA6BB-30DC-4B9F-A71D-0601175FA068}" dt="2026-01-25T11:36:59.415" v="971"/>
          <ac:spMkLst>
            <pc:docMk/>
            <pc:sldMk cId="3478197586" sldId="267"/>
            <ac:spMk id="3" creationId="{065CD4F5-98B3-F22E-1E70-820EB89921A8}"/>
          </ac:spMkLst>
        </pc:spChg>
        <pc:spChg chg="add del mod">
          <ac:chgData name="felix dobro" userId="14f57bfd389b4c7e" providerId="LiveId" clId="{6A3FA6BB-30DC-4B9F-A71D-0601175FA068}" dt="2026-01-25T11:37:08.607" v="973"/>
          <ac:spMkLst>
            <pc:docMk/>
            <pc:sldMk cId="3478197586" sldId="267"/>
            <ac:spMk id="7" creationId="{A7EF5BF1-39AA-1342-3F26-A5465BA6E8E7}"/>
          </ac:spMkLst>
        </pc:spChg>
        <pc:spChg chg="add mod">
          <ac:chgData name="felix dobro" userId="14f57bfd389b4c7e" providerId="LiveId" clId="{6A3FA6BB-30DC-4B9F-A71D-0601175FA068}" dt="2026-01-25T11:40:13.842" v="1004" actId="26606"/>
          <ac:spMkLst>
            <pc:docMk/>
            <pc:sldMk cId="3478197586" sldId="267"/>
            <ac:spMk id="13" creationId="{C0CA7F0F-4DFB-88B4-91E0-F53EB6D57702}"/>
          </ac:spMkLst>
        </pc:spChg>
        <pc:spChg chg="add del">
          <ac:chgData name="felix dobro" userId="14f57bfd389b4c7e" providerId="LiveId" clId="{6A3FA6BB-30DC-4B9F-A71D-0601175FA068}" dt="2026-01-25T11:40:13.842" v="1004" actId="26606"/>
          <ac:spMkLst>
            <pc:docMk/>
            <pc:sldMk cId="3478197586" sldId="267"/>
            <ac:spMk id="16" creationId="{C4879EFC-8E62-4E00-973C-C45EE9EC676D}"/>
          </ac:spMkLst>
        </pc:spChg>
        <pc:spChg chg="add del">
          <ac:chgData name="felix dobro" userId="14f57bfd389b4c7e" providerId="LiveId" clId="{6A3FA6BB-30DC-4B9F-A71D-0601175FA068}" dt="2026-01-25T11:40:13.842" v="1004" actId="26606"/>
          <ac:spMkLst>
            <pc:docMk/>
            <pc:sldMk cId="3478197586" sldId="267"/>
            <ac:spMk id="18" creationId="{D6A9C53F-5F90-40A5-8C85-5412D39C8C68}"/>
          </ac:spMkLst>
        </pc:spChg>
        <pc:spChg chg="add del">
          <ac:chgData name="felix dobro" userId="14f57bfd389b4c7e" providerId="LiveId" clId="{6A3FA6BB-30DC-4B9F-A71D-0601175FA068}" dt="2026-01-25T11:40:13.842" v="1004" actId="26606"/>
          <ac:spMkLst>
            <pc:docMk/>
            <pc:sldMk cId="3478197586" sldId="267"/>
            <ac:spMk id="24" creationId="{022BDE4A-8A20-4A69-9C5A-581C82036A4D}"/>
          </ac:spMkLst>
        </pc:spChg>
        <pc:picChg chg="add del mod">
          <ac:chgData name="felix dobro" userId="14f57bfd389b4c7e" providerId="LiveId" clId="{6A3FA6BB-30DC-4B9F-A71D-0601175FA068}" dt="2026-01-25T11:37:03.240" v="972" actId="478"/>
          <ac:picMkLst>
            <pc:docMk/>
            <pc:sldMk cId="3478197586" sldId="267"/>
            <ac:picMk id="5" creationId="{06A685C4-2D66-8EB5-EB3A-4EE3DE02ACE2}"/>
          </ac:picMkLst>
        </pc:picChg>
        <pc:picChg chg="add mod ord">
          <ac:chgData name="felix dobro" userId="14f57bfd389b4c7e" providerId="LiveId" clId="{6A3FA6BB-30DC-4B9F-A71D-0601175FA068}" dt="2026-01-25T11:50:54.319" v="1124" actId="14100"/>
          <ac:picMkLst>
            <pc:docMk/>
            <pc:sldMk cId="3478197586" sldId="267"/>
            <ac:picMk id="9" creationId="{75743A57-C621-9E0C-8426-42DDBC935EA3}"/>
          </ac:picMkLst>
        </pc:picChg>
        <pc:picChg chg="add del mod">
          <ac:chgData name="felix dobro" userId="14f57bfd389b4c7e" providerId="LiveId" clId="{6A3FA6BB-30DC-4B9F-A71D-0601175FA068}" dt="2026-01-25T11:38:08.255" v="991" actId="478"/>
          <ac:picMkLst>
            <pc:docMk/>
            <pc:sldMk cId="3478197586" sldId="267"/>
            <ac:picMk id="11" creationId="{33BE5E78-BD80-D6C3-5AAC-1406D5817114}"/>
          </ac:picMkLst>
        </pc:picChg>
        <pc:picChg chg="add del mod">
          <ac:chgData name="felix dobro" userId="14f57bfd389b4c7e" providerId="LiveId" clId="{6A3FA6BB-30DC-4B9F-A71D-0601175FA068}" dt="2026-01-25T11:40:17.336" v="1006" actId="478"/>
          <ac:picMkLst>
            <pc:docMk/>
            <pc:sldMk cId="3478197586" sldId="267"/>
            <ac:picMk id="15" creationId="{4290D9D7-6AAC-16ED-980B-32CF19EDB6B9}"/>
          </ac:picMkLst>
        </pc:picChg>
        <pc:picChg chg="add mod">
          <ac:chgData name="felix dobro" userId="14f57bfd389b4c7e" providerId="LiveId" clId="{6A3FA6BB-30DC-4B9F-A71D-0601175FA068}" dt="2026-01-25T11:40:13.842" v="1004" actId="26606"/>
          <ac:picMkLst>
            <pc:docMk/>
            <pc:sldMk cId="3478197586" sldId="267"/>
            <ac:picMk id="19" creationId="{66EF911E-9AE3-370C-04D5-B9D550BFDDD2}"/>
          </ac:picMkLst>
        </pc:picChg>
        <pc:picChg chg="add del mod">
          <ac:chgData name="felix dobro" userId="14f57bfd389b4c7e" providerId="LiveId" clId="{6A3FA6BB-30DC-4B9F-A71D-0601175FA068}" dt="2026-01-25T11:40:44.979" v="1017" actId="478"/>
          <ac:picMkLst>
            <pc:docMk/>
            <pc:sldMk cId="3478197586" sldId="267"/>
            <ac:picMk id="21" creationId="{DBF89E0E-FAC7-932C-293C-09112CF6224F}"/>
          </ac:picMkLst>
        </pc:picChg>
        <pc:picChg chg="add mod">
          <ac:chgData name="felix dobro" userId="14f57bfd389b4c7e" providerId="LiveId" clId="{6A3FA6BB-30DC-4B9F-A71D-0601175FA068}" dt="2026-01-25T11:50:44.243" v="1121" actId="14100"/>
          <ac:picMkLst>
            <pc:docMk/>
            <pc:sldMk cId="3478197586" sldId="267"/>
            <ac:picMk id="23" creationId="{52CD6A76-E483-4F18-52B1-F56864E111B1}"/>
          </ac:picMkLst>
        </pc:picChg>
      </pc:sldChg>
      <pc:sldChg chg="addSp delSp modSp new mod setBg addAnim">
        <pc:chgData name="felix dobro" userId="14f57bfd389b4c7e" providerId="LiveId" clId="{6A3FA6BB-30DC-4B9F-A71D-0601175FA068}" dt="2026-01-25T11:49:32.434" v="1117" actId="26606"/>
        <pc:sldMkLst>
          <pc:docMk/>
          <pc:sldMk cId="3046127045" sldId="268"/>
        </pc:sldMkLst>
        <pc:spChg chg="mod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2" creationId="{DE634EA0-4370-E153-363A-9D65BA903E11}"/>
          </ac:spMkLst>
        </pc:spChg>
        <pc:spChg chg="add del">
          <ac:chgData name="felix dobro" userId="14f57bfd389b4c7e" providerId="LiveId" clId="{6A3FA6BB-30DC-4B9F-A71D-0601175FA068}" dt="2026-01-25T11:49:05.935" v="1105" actId="26606"/>
          <ac:spMkLst>
            <pc:docMk/>
            <pc:sldMk cId="3046127045" sldId="268"/>
            <ac:spMk id="7" creationId="{943CAA20-3569-4189-9E48-239A229A86CA}"/>
          </ac:spMkLst>
        </pc:spChg>
        <pc:spChg chg="add del">
          <ac:chgData name="felix dobro" userId="14f57bfd389b4c7e" providerId="LiveId" clId="{6A3FA6BB-30DC-4B9F-A71D-0601175FA068}" dt="2026-01-25T11:49:05.935" v="1105" actId="26606"/>
          <ac:spMkLst>
            <pc:docMk/>
            <pc:sldMk cId="3046127045" sldId="268"/>
            <ac:spMk id="9" creationId="{DA542B6D-E775-4832-91DC-2D20F857813A}"/>
          </ac:spMkLst>
        </pc:spChg>
        <pc:spChg chg="add del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14" creationId="{943CAA20-3569-4189-9E48-239A229A86CA}"/>
          </ac:spMkLst>
        </pc:spChg>
        <pc:spChg chg="add del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16" creationId="{DA542B6D-E775-4832-91DC-2D20F857813A}"/>
          </ac:spMkLst>
        </pc:spChg>
        <pc:spChg chg="add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21" creationId="{FFD48BC7-DC40-47DE-87EE-9F4B6ECB9ABB}"/>
          </ac:spMkLst>
        </pc:spChg>
        <pc:spChg chg="add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23" creationId="{E502BBC7-2C76-46F3-BC24-5985BC13DB88}"/>
          </ac:spMkLst>
        </pc:spChg>
        <pc:spChg chg="add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25" creationId="{C7F28D52-2A5F-4D23-81AE-7CB8B591C7AF}"/>
          </ac:spMkLst>
        </pc:spChg>
        <pc:spChg chg="add">
          <ac:chgData name="felix dobro" userId="14f57bfd389b4c7e" providerId="LiveId" clId="{6A3FA6BB-30DC-4B9F-A71D-0601175FA068}" dt="2026-01-25T11:49:32.434" v="1117" actId="26606"/>
          <ac:spMkLst>
            <pc:docMk/>
            <pc:sldMk cId="3046127045" sldId="268"/>
            <ac:spMk id="27" creationId="{3629484E-3792-4B3D-89AD-7C8A1ED0E0D4}"/>
          </ac:spMkLst>
        </pc:spChg>
      </pc:sldChg>
      <pc:sldChg chg="addSp delSp modSp new mod setBg">
        <pc:chgData name="felix dobro" userId="14f57bfd389b4c7e" providerId="LiveId" clId="{6A3FA6BB-30DC-4B9F-A71D-0601175FA068}" dt="2026-01-25T11:45:41.007" v="1078" actId="14100"/>
        <pc:sldMkLst>
          <pc:docMk/>
          <pc:sldMk cId="221721871" sldId="269"/>
        </pc:sldMkLst>
        <pc:spChg chg="del">
          <ac:chgData name="felix dobro" userId="14f57bfd389b4c7e" providerId="LiveId" clId="{6A3FA6BB-30DC-4B9F-A71D-0601175FA068}" dt="2026-01-25T11:43:57.194" v="1063" actId="26606"/>
          <ac:spMkLst>
            <pc:docMk/>
            <pc:sldMk cId="221721871" sldId="269"/>
            <ac:spMk id="2" creationId="{B9EE2E6C-A43F-970D-6277-D26D2E76A1C7}"/>
          </ac:spMkLst>
        </pc:spChg>
        <pc:spChg chg="del">
          <ac:chgData name="felix dobro" userId="14f57bfd389b4c7e" providerId="LiveId" clId="{6A3FA6BB-30DC-4B9F-A71D-0601175FA068}" dt="2026-01-25T11:43:55.114" v="1062"/>
          <ac:spMkLst>
            <pc:docMk/>
            <pc:sldMk cId="221721871" sldId="269"/>
            <ac:spMk id="3" creationId="{57872386-93F7-3D82-D472-62B4420536AD}"/>
          </ac:spMkLst>
        </pc:spChg>
        <pc:picChg chg="add mod">
          <ac:chgData name="felix dobro" userId="14f57bfd389b4c7e" providerId="LiveId" clId="{6A3FA6BB-30DC-4B9F-A71D-0601175FA068}" dt="2026-01-25T11:44:48.304" v="1071" actId="14100"/>
          <ac:picMkLst>
            <pc:docMk/>
            <pc:sldMk cId="221721871" sldId="269"/>
            <ac:picMk id="5" creationId="{76C53410-A533-7DE7-AFA4-8A979D70205B}"/>
          </ac:picMkLst>
        </pc:picChg>
        <pc:picChg chg="add mod">
          <ac:chgData name="felix dobro" userId="14f57bfd389b4c7e" providerId="LiveId" clId="{6A3FA6BB-30DC-4B9F-A71D-0601175FA068}" dt="2026-01-25T11:45:41.007" v="1078" actId="14100"/>
          <ac:picMkLst>
            <pc:docMk/>
            <pc:sldMk cId="221721871" sldId="269"/>
            <ac:picMk id="7" creationId="{1B565F8B-0DAA-537D-D147-E28E19254282}"/>
          </ac:picMkLst>
        </pc:picChg>
      </pc:sldChg>
      <pc:sldChg chg="addSp delSp modSp new del">
        <pc:chgData name="felix dobro" userId="14f57bfd389b4c7e" providerId="LiveId" clId="{6A3FA6BB-30DC-4B9F-A71D-0601175FA068}" dt="2026-01-25T11:44:33.887" v="1066" actId="47"/>
        <pc:sldMkLst>
          <pc:docMk/>
          <pc:sldMk cId="2811903803" sldId="270"/>
        </pc:sldMkLst>
        <pc:spChg chg="del">
          <ac:chgData name="felix dobro" userId="14f57bfd389b4c7e" providerId="LiveId" clId="{6A3FA6BB-30DC-4B9F-A71D-0601175FA068}" dt="2026-01-25T11:44:27.559" v="1065"/>
          <ac:spMkLst>
            <pc:docMk/>
            <pc:sldMk cId="2811903803" sldId="270"/>
            <ac:spMk id="3" creationId="{7C39C882-FE80-8013-550A-23450DDF4D91}"/>
          </ac:spMkLst>
        </pc:spChg>
        <pc:picChg chg="add mod">
          <ac:chgData name="felix dobro" userId="14f57bfd389b4c7e" providerId="LiveId" clId="{6A3FA6BB-30DC-4B9F-A71D-0601175FA068}" dt="2026-01-25T11:44:27.559" v="1065"/>
          <ac:picMkLst>
            <pc:docMk/>
            <pc:sldMk cId="2811903803" sldId="270"/>
            <ac:picMk id="5" creationId="{A79C488E-138F-3FAA-6854-6C0D2B875379}"/>
          </ac:picMkLst>
        </pc:picChg>
      </pc:sldChg>
      <pc:sldChg chg="addSp delSp modSp new mod">
        <pc:chgData name="felix dobro" userId="14f57bfd389b4c7e" providerId="LiveId" clId="{6A3FA6BB-30DC-4B9F-A71D-0601175FA068}" dt="2026-01-25T11:51:43.329" v="1133" actId="1076"/>
        <pc:sldMkLst>
          <pc:docMk/>
          <pc:sldMk cId="3771681913" sldId="270"/>
        </pc:sldMkLst>
        <pc:spChg chg="del">
          <ac:chgData name="felix dobro" userId="14f57bfd389b4c7e" providerId="LiveId" clId="{6A3FA6BB-30DC-4B9F-A71D-0601175FA068}" dt="2026-01-25T11:48:47.620" v="1080"/>
          <ac:spMkLst>
            <pc:docMk/>
            <pc:sldMk cId="3771681913" sldId="270"/>
            <ac:spMk id="3" creationId="{8D11008E-65E5-67D8-0B86-45088D94AAEA}"/>
          </ac:spMkLst>
        </pc:spChg>
        <pc:picChg chg="add mod ord">
          <ac:chgData name="felix dobro" userId="14f57bfd389b4c7e" providerId="LiveId" clId="{6A3FA6BB-30DC-4B9F-A71D-0601175FA068}" dt="2026-01-25T11:51:43.329" v="1133" actId="1076"/>
          <ac:picMkLst>
            <pc:docMk/>
            <pc:sldMk cId="3771681913" sldId="270"/>
            <ac:picMk id="5" creationId="{233B3C57-2E33-2363-9ABF-08EEDA9C00E9}"/>
          </ac:picMkLst>
        </pc:picChg>
        <pc:picChg chg="add mod">
          <ac:chgData name="felix dobro" userId="14f57bfd389b4c7e" providerId="LiveId" clId="{6A3FA6BB-30DC-4B9F-A71D-0601175FA068}" dt="2026-01-25T11:51:30.913" v="1129" actId="14100"/>
          <ac:picMkLst>
            <pc:docMk/>
            <pc:sldMk cId="3771681913" sldId="270"/>
            <ac:picMk id="7" creationId="{0EE60C58-6E98-53FC-C5F6-F93A799B8943}"/>
          </ac:picMkLst>
        </pc:picChg>
      </pc:sldChg>
      <pc:sldChg chg="addSp delSp modSp add mod setBg delDesignElem">
        <pc:chgData name="felix dobro" userId="14f57bfd389b4c7e" providerId="LiveId" clId="{6A3FA6BB-30DC-4B9F-A71D-0601175FA068}" dt="2026-01-25T11:49:26.401" v="1116" actId="26606"/>
        <pc:sldMkLst>
          <pc:docMk/>
          <pc:sldMk cId="1378901689" sldId="271"/>
        </pc:sldMkLst>
        <pc:spChg chg="mod">
          <ac:chgData name="felix dobro" userId="14f57bfd389b4c7e" providerId="LiveId" clId="{6A3FA6BB-30DC-4B9F-A71D-0601175FA068}" dt="2026-01-25T11:49:26.401" v="1116" actId="26606"/>
          <ac:spMkLst>
            <pc:docMk/>
            <pc:sldMk cId="1378901689" sldId="271"/>
            <ac:spMk id="2" creationId="{621031B6-E997-8C5C-EB0F-FE95291FDFB7}"/>
          </ac:spMkLst>
        </pc:spChg>
        <pc:spChg chg="add del">
          <ac:chgData name="felix dobro" userId="14f57bfd389b4c7e" providerId="LiveId" clId="{6A3FA6BB-30DC-4B9F-A71D-0601175FA068}" dt="2026-01-25T11:49:26.394" v="1115" actId="26606"/>
          <ac:spMkLst>
            <pc:docMk/>
            <pc:sldMk cId="1378901689" sldId="271"/>
            <ac:spMk id="7" creationId="{943CAA20-3569-4189-9E48-239A229A86CA}"/>
          </ac:spMkLst>
        </pc:spChg>
        <pc:spChg chg="add del">
          <ac:chgData name="felix dobro" userId="14f57bfd389b4c7e" providerId="LiveId" clId="{6A3FA6BB-30DC-4B9F-A71D-0601175FA068}" dt="2026-01-25T11:49:26.394" v="1115" actId="26606"/>
          <ac:spMkLst>
            <pc:docMk/>
            <pc:sldMk cId="1378901689" sldId="271"/>
            <ac:spMk id="9" creationId="{DA542B6D-E775-4832-91DC-2D20F857813A}"/>
          </ac:spMkLst>
        </pc:spChg>
        <pc:spChg chg="add">
          <ac:chgData name="felix dobro" userId="14f57bfd389b4c7e" providerId="LiveId" clId="{6A3FA6BB-30DC-4B9F-A71D-0601175FA068}" dt="2026-01-25T11:49:26.401" v="1116" actId="26606"/>
          <ac:spMkLst>
            <pc:docMk/>
            <pc:sldMk cId="1378901689" sldId="271"/>
            <ac:spMk id="11" creationId="{C7F28D52-2A5F-4D23-81AE-7CB8B591C7AF}"/>
          </ac:spMkLst>
        </pc:spChg>
        <pc:spChg chg="add">
          <ac:chgData name="felix dobro" userId="14f57bfd389b4c7e" providerId="LiveId" clId="{6A3FA6BB-30DC-4B9F-A71D-0601175FA068}" dt="2026-01-25T11:49:26.401" v="1116" actId="26606"/>
          <ac:spMkLst>
            <pc:docMk/>
            <pc:sldMk cId="1378901689" sldId="271"/>
            <ac:spMk id="12" creationId="{FFD48BC7-DC40-47DE-87EE-9F4B6ECB9ABB}"/>
          </ac:spMkLst>
        </pc:spChg>
        <pc:spChg chg="add">
          <ac:chgData name="felix dobro" userId="14f57bfd389b4c7e" providerId="LiveId" clId="{6A3FA6BB-30DC-4B9F-A71D-0601175FA068}" dt="2026-01-25T11:49:26.401" v="1116" actId="26606"/>
          <ac:spMkLst>
            <pc:docMk/>
            <pc:sldMk cId="1378901689" sldId="271"/>
            <ac:spMk id="13" creationId="{3629484E-3792-4B3D-89AD-7C8A1ED0E0D4}"/>
          </ac:spMkLst>
        </pc:spChg>
        <pc:spChg chg="del">
          <ac:chgData name="felix dobro" userId="14f57bfd389b4c7e" providerId="LiveId" clId="{6A3FA6BB-30DC-4B9F-A71D-0601175FA068}" dt="2026-01-25T11:49:12.742" v="1107"/>
          <ac:spMkLst>
            <pc:docMk/>
            <pc:sldMk cId="1378901689" sldId="271"/>
            <ac:spMk id="14" creationId="{034F14D6-5465-4093-D407-5776D4B76530}"/>
          </ac:spMkLst>
        </pc:spChg>
        <pc:spChg chg="add">
          <ac:chgData name="felix dobro" userId="14f57bfd389b4c7e" providerId="LiveId" clId="{6A3FA6BB-30DC-4B9F-A71D-0601175FA068}" dt="2026-01-25T11:49:26.401" v="1116" actId="26606"/>
          <ac:spMkLst>
            <pc:docMk/>
            <pc:sldMk cId="1378901689" sldId="271"/>
            <ac:spMk id="15" creationId="{E502BBC7-2C76-46F3-BC24-5985BC13DB88}"/>
          </ac:spMkLst>
        </pc:spChg>
        <pc:spChg chg="del">
          <ac:chgData name="felix dobro" userId="14f57bfd389b4c7e" providerId="LiveId" clId="{6A3FA6BB-30DC-4B9F-A71D-0601175FA068}" dt="2026-01-25T11:49:12.742" v="1107"/>
          <ac:spMkLst>
            <pc:docMk/>
            <pc:sldMk cId="1378901689" sldId="271"/>
            <ac:spMk id="16" creationId="{D8F6283C-E5E9-74E3-7C70-072BA580E0ED}"/>
          </ac:spMkLst>
        </pc:spChg>
      </pc:sldChg>
      <pc:sldChg chg="addSp delSp modSp new mod">
        <pc:chgData name="felix dobro" userId="14f57bfd389b4c7e" providerId="LiveId" clId="{6A3FA6BB-30DC-4B9F-A71D-0601175FA068}" dt="2026-01-25T11:56:21.703" v="1144" actId="14100"/>
        <pc:sldMkLst>
          <pc:docMk/>
          <pc:sldMk cId="1583001172" sldId="272"/>
        </pc:sldMkLst>
        <pc:spChg chg="del">
          <ac:chgData name="felix dobro" userId="14f57bfd389b4c7e" providerId="LiveId" clId="{6A3FA6BB-30DC-4B9F-A71D-0601175FA068}" dt="2026-01-25T11:55:38.810" v="1135"/>
          <ac:spMkLst>
            <pc:docMk/>
            <pc:sldMk cId="1583001172" sldId="272"/>
            <ac:spMk id="3" creationId="{007E71A5-DFFE-92EF-8198-4C1D9CB06F7D}"/>
          </ac:spMkLst>
        </pc:spChg>
        <pc:picChg chg="add mod">
          <ac:chgData name="felix dobro" userId="14f57bfd389b4c7e" providerId="LiveId" clId="{6A3FA6BB-30DC-4B9F-A71D-0601175FA068}" dt="2026-01-25T11:56:05.214" v="1140" actId="14100"/>
          <ac:picMkLst>
            <pc:docMk/>
            <pc:sldMk cId="1583001172" sldId="272"/>
            <ac:picMk id="5" creationId="{E1367902-87C4-0B5C-08E8-313A3F52E724}"/>
          </ac:picMkLst>
        </pc:picChg>
        <pc:picChg chg="add mod">
          <ac:chgData name="felix dobro" userId="14f57bfd389b4c7e" providerId="LiveId" clId="{6A3FA6BB-30DC-4B9F-A71D-0601175FA068}" dt="2026-01-25T11:56:21.703" v="1144" actId="14100"/>
          <ac:picMkLst>
            <pc:docMk/>
            <pc:sldMk cId="1583001172" sldId="272"/>
            <ac:picMk id="7" creationId="{8E78E430-FE55-306F-FE69-0374F0BB89AD}"/>
          </ac:picMkLst>
        </pc:picChg>
      </pc:sldChg>
      <pc:sldChg chg="addSp delSp modSp new mod">
        <pc:chgData name="felix dobro" userId="14f57bfd389b4c7e" providerId="LiveId" clId="{6A3FA6BB-30DC-4B9F-A71D-0601175FA068}" dt="2026-01-25T12:01:50.107" v="1175" actId="14100"/>
        <pc:sldMkLst>
          <pc:docMk/>
          <pc:sldMk cId="4158647396" sldId="273"/>
        </pc:sldMkLst>
        <pc:spChg chg="del">
          <ac:chgData name="felix dobro" userId="14f57bfd389b4c7e" providerId="LiveId" clId="{6A3FA6BB-30DC-4B9F-A71D-0601175FA068}" dt="2026-01-25T12:00:22.178" v="1161"/>
          <ac:spMkLst>
            <pc:docMk/>
            <pc:sldMk cId="4158647396" sldId="273"/>
            <ac:spMk id="3" creationId="{54E1D360-114A-339C-E5B0-19BC88E4B1D4}"/>
          </ac:spMkLst>
        </pc:spChg>
        <pc:picChg chg="add mod ord">
          <ac:chgData name="felix dobro" userId="14f57bfd389b4c7e" providerId="LiveId" clId="{6A3FA6BB-30DC-4B9F-A71D-0601175FA068}" dt="2026-01-25T12:01:50.107" v="1175" actId="14100"/>
          <ac:picMkLst>
            <pc:docMk/>
            <pc:sldMk cId="4158647396" sldId="273"/>
            <ac:picMk id="5" creationId="{AAC3A9B0-8C67-0636-71DC-ACAC632B7C9F}"/>
          </ac:picMkLst>
        </pc:picChg>
        <pc:picChg chg="add mod">
          <ac:chgData name="felix dobro" userId="14f57bfd389b4c7e" providerId="LiveId" clId="{6A3FA6BB-30DC-4B9F-A71D-0601175FA068}" dt="2026-01-25T12:01:05.056" v="1170" actId="14100"/>
          <ac:picMkLst>
            <pc:docMk/>
            <pc:sldMk cId="4158647396" sldId="273"/>
            <ac:picMk id="7" creationId="{0F9FE0D9-3956-4F8F-2658-76BE75043C9E}"/>
          </ac:picMkLst>
        </pc:picChg>
      </pc:sldChg>
      <pc:sldChg chg="addSp delSp modSp add mod setBg delDesignElem">
        <pc:chgData name="felix dobro" userId="14f57bfd389b4c7e" providerId="LiveId" clId="{6A3FA6BB-30DC-4B9F-A71D-0601175FA068}" dt="2026-01-25T11:59:13.745" v="1160" actId="26606"/>
        <pc:sldMkLst>
          <pc:docMk/>
          <pc:sldMk cId="3179158654" sldId="274"/>
        </pc:sldMkLst>
        <pc:spChg chg="mod">
          <ac:chgData name="felix dobro" userId="14f57bfd389b4c7e" providerId="LiveId" clId="{6A3FA6BB-30DC-4B9F-A71D-0601175FA068}" dt="2026-01-25T11:59:13.745" v="1160" actId="26606"/>
          <ac:spMkLst>
            <pc:docMk/>
            <pc:sldMk cId="3179158654" sldId="274"/>
            <ac:spMk id="2" creationId="{25A71359-8BAF-F629-F522-4E842AE49411}"/>
          </ac:spMkLst>
        </pc:spChg>
        <pc:spChg chg="add">
          <ac:chgData name="felix dobro" userId="14f57bfd389b4c7e" providerId="LiveId" clId="{6A3FA6BB-30DC-4B9F-A71D-0601175FA068}" dt="2026-01-25T11:59:13.745" v="1160" actId="26606"/>
          <ac:spMkLst>
            <pc:docMk/>
            <pc:sldMk cId="3179158654" sldId="274"/>
            <ac:spMk id="4" creationId="{C7F28D52-2A5F-4D23-81AE-7CB8B591C7AF}"/>
          </ac:spMkLst>
        </pc:spChg>
        <pc:spChg chg="add">
          <ac:chgData name="felix dobro" userId="14f57bfd389b4c7e" providerId="LiveId" clId="{6A3FA6BB-30DC-4B9F-A71D-0601175FA068}" dt="2026-01-25T11:59:13.745" v="1160" actId="26606"/>
          <ac:spMkLst>
            <pc:docMk/>
            <pc:sldMk cId="3179158654" sldId="274"/>
            <ac:spMk id="5" creationId="{3629484E-3792-4B3D-89AD-7C8A1ED0E0D4}"/>
          </ac:spMkLst>
        </pc:spChg>
        <pc:spChg chg="add">
          <ac:chgData name="felix dobro" userId="14f57bfd389b4c7e" providerId="LiveId" clId="{6A3FA6BB-30DC-4B9F-A71D-0601175FA068}" dt="2026-01-25T11:59:13.745" v="1160" actId="26606"/>
          <ac:spMkLst>
            <pc:docMk/>
            <pc:sldMk cId="3179158654" sldId="274"/>
            <ac:spMk id="7" creationId="{FFD48BC7-DC40-47DE-87EE-9F4B6ECB9ABB}"/>
          </ac:spMkLst>
        </pc:spChg>
        <pc:spChg chg="add">
          <ac:chgData name="felix dobro" userId="14f57bfd389b4c7e" providerId="LiveId" clId="{6A3FA6BB-30DC-4B9F-A71D-0601175FA068}" dt="2026-01-25T11:59:13.745" v="1160" actId="26606"/>
          <ac:spMkLst>
            <pc:docMk/>
            <pc:sldMk cId="3179158654" sldId="274"/>
            <ac:spMk id="9" creationId="{E502BBC7-2C76-46F3-BC24-5985BC13DB88}"/>
          </ac:spMkLst>
        </pc:spChg>
        <pc:spChg chg="del">
          <ac:chgData name="felix dobro" userId="14f57bfd389b4c7e" providerId="LiveId" clId="{6A3FA6BB-30DC-4B9F-A71D-0601175FA068}" dt="2026-01-25T11:58:29.121" v="1147"/>
          <ac:spMkLst>
            <pc:docMk/>
            <pc:sldMk cId="3179158654" sldId="274"/>
            <ac:spMk id="11" creationId="{B20662BE-ECED-0629-8E0E-D1BCC9063CEE}"/>
          </ac:spMkLst>
        </pc:spChg>
        <pc:spChg chg="del">
          <ac:chgData name="felix dobro" userId="14f57bfd389b4c7e" providerId="LiveId" clId="{6A3FA6BB-30DC-4B9F-A71D-0601175FA068}" dt="2026-01-25T11:58:29.121" v="1147"/>
          <ac:spMkLst>
            <pc:docMk/>
            <pc:sldMk cId="3179158654" sldId="274"/>
            <ac:spMk id="12" creationId="{96C4ED7B-14B7-EE55-3FA7-62803B20896E}"/>
          </ac:spMkLst>
        </pc:spChg>
        <pc:spChg chg="del">
          <ac:chgData name="felix dobro" userId="14f57bfd389b4c7e" providerId="LiveId" clId="{6A3FA6BB-30DC-4B9F-A71D-0601175FA068}" dt="2026-01-25T11:58:29.121" v="1147"/>
          <ac:spMkLst>
            <pc:docMk/>
            <pc:sldMk cId="3179158654" sldId="274"/>
            <ac:spMk id="13" creationId="{E313214A-2089-C097-C0DE-6F65EDE0A440}"/>
          </ac:spMkLst>
        </pc:spChg>
        <pc:spChg chg="del">
          <ac:chgData name="felix dobro" userId="14f57bfd389b4c7e" providerId="LiveId" clId="{6A3FA6BB-30DC-4B9F-A71D-0601175FA068}" dt="2026-01-25T11:58:29.121" v="1147"/>
          <ac:spMkLst>
            <pc:docMk/>
            <pc:sldMk cId="3179158654" sldId="274"/>
            <ac:spMk id="15" creationId="{0434F6FA-542F-9F8B-68B6-BFE1D6C89099}"/>
          </ac:spMkLst>
        </pc:spChg>
      </pc:sldChg>
      <pc:sldChg chg="addSp delSp modSp new mod">
        <pc:chgData name="felix dobro" userId="14f57bfd389b4c7e" providerId="LiveId" clId="{6A3FA6BB-30DC-4B9F-A71D-0601175FA068}" dt="2026-01-25T12:03:26.200" v="1192" actId="1038"/>
        <pc:sldMkLst>
          <pc:docMk/>
          <pc:sldMk cId="3114813251" sldId="275"/>
        </pc:sldMkLst>
        <pc:spChg chg="del">
          <ac:chgData name="felix dobro" userId="14f57bfd389b4c7e" providerId="LiveId" clId="{6A3FA6BB-30DC-4B9F-A71D-0601175FA068}" dt="2026-01-25T12:02:17.165" v="1177"/>
          <ac:spMkLst>
            <pc:docMk/>
            <pc:sldMk cId="3114813251" sldId="275"/>
            <ac:spMk id="3" creationId="{D9AE0CA6-20F2-2320-136C-05298D9A2329}"/>
          </ac:spMkLst>
        </pc:spChg>
        <pc:picChg chg="add mod ord">
          <ac:chgData name="felix dobro" userId="14f57bfd389b4c7e" providerId="LiveId" clId="{6A3FA6BB-30DC-4B9F-A71D-0601175FA068}" dt="2026-01-25T12:03:12.305" v="1191" actId="14100"/>
          <ac:picMkLst>
            <pc:docMk/>
            <pc:sldMk cId="3114813251" sldId="275"/>
            <ac:picMk id="5" creationId="{72B81EFD-9571-870B-76F7-8609E5E43EFD}"/>
          </ac:picMkLst>
        </pc:picChg>
        <pc:picChg chg="add mod ord">
          <ac:chgData name="felix dobro" userId="14f57bfd389b4c7e" providerId="LiveId" clId="{6A3FA6BB-30DC-4B9F-A71D-0601175FA068}" dt="2026-01-25T12:03:26.200" v="1192" actId="1038"/>
          <ac:picMkLst>
            <pc:docMk/>
            <pc:sldMk cId="3114813251" sldId="275"/>
            <ac:picMk id="7" creationId="{02398473-D776-38DD-2DDB-4B7DF56E301B}"/>
          </ac:picMkLst>
        </pc:picChg>
      </pc:sldChg>
      <pc:sldChg chg="modSp new del mod">
        <pc:chgData name="felix dobro" userId="14f57bfd389b4c7e" providerId="LiveId" clId="{6A3FA6BB-30DC-4B9F-A71D-0601175FA068}" dt="2026-01-25T12:07:49.301" v="1207" actId="47"/>
        <pc:sldMkLst>
          <pc:docMk/>
          <pc:sldMk cId="1078464546" sldId="276"/>
        </pc:sldMkLst>
        <pc:spChg chg="mod">
          <ac:chgData name="felix dobro" userId="14f57bfd389b4c7e" providerId="LiveId" clId="{6A3FA6BB-30DC-4B9F-A71D-0601175FA068}" dt="2026-01-25T12:07:43.029" v="1205" actId="20577"/>
          <ac:spMkLst>
            <pc:docMk/>
            <pc:sldMk cId="1078464546" sldId="276"/>
            <ac:spMk id="2" creationId="{D11B0F5E-090A-6691-E4F0-3D442F729359}"/>
          </ac:spMkLst>
        </pc:spChg>
      </pc:sldChg>
      <pc:sldChg chg="addSp delSp modSp new mod delAnim modAnim">
        <pc:chgData name="felix dobro" userId="14f57bfd389b4c7e" providerId="LiveId" clId="{6A3FA6BB-30DC-4B9F-A71D-0601175FA068}" dt="2026-01-25T13:12:56.349" v="1597"/>
        <pc:sldMkLst>
          <pc:docMk/>
          <pc:sldMk cId="1902156209" sldId="276"/>
        </pc:sldMkLst>
        <pc:spChg chg="mod">
          <ac:chgData name="felix dobro" userId="14f57bfd389b4c7e" providerId="LiveId" clId="{6A3FA6BB-30DC-4B9F-A71D-0601175FA068}" dt="2026-01-25T12:48:03.899" v="1509" actId="20577"/>
          <ac:spMkLst>
            <pc:docMk/>
            <pc:sldMk cId="1902156209" sldId="276"/>
            <ac:spMk id="2" creationId="{AEAA482D-5CB8-2A2C-1E29-C607B85B71C8}"/>
          </ac:spMkLst>
        </pc:spChg>
        <pc:spChg chg="mod">
          <ac:chgData name="felix dobro" userId="14f57bfd389b4c7e" providerId="LiveId" clId="{6A3FA6BB-30DC-4B9F-A71D-0601175FA068}" dt="2026-01-25T12:48:09.087" v="1515" actId="20577"/>
          <ac:spMkLst>
            <pc:docMk/>
            <pc:sldMk cId="1902156209" sldId="276"/>
            <ac:spMk id="3" creationId="{AD8F591E-DCE1-AABC-ED0A-87E64484984D}"/>
          </ac:spMkLst>
        </pc:spChg>
        <pc:spChg chg="del">
          <ac:chgData name="felix dobro" userId="14f57bfd389b4c7e" providerId="LiveId" clId="{6A3FA6BB-30DC-4B9F-A71D-0601175FA068}" dt="2026-01-25T12:08:46.509" v="1273"/>
          <ac:spMkLst>
            <pc:docMk/>
            <pc:sldMk cId="1902156209" sldId="276"/>
            <ac:spMk id="4" creationId="{E63D36EB-5879-6D51-C177-2D4194050197}"/>
          </ac:spMkLst>
        </pc:spChg>
        <pc:spChg chg="mod">
          <ac:chgData name="felix dobro" userId="14f57bfd389b4c7e" providerId="LiveId" clId="{6A3FA6BB-30DC-4B9F-A71D-0601175FA068}" dt="2026-01-25T12:48:12.875" v="1518" actId="20577"/>
          <ac:spMkLst>
            <pc:docMk/>
            <pc:sldMk cId="1902156209" sldId="276"/>
            <ac:spMk id="5" creationId="{23C70880-0D75-2F08-E929-BDC782CD9C75}"/>
          </ac:spMkLst>
        </pc:spChg>
        <pc:spChg chg="del">
          <ac:chgData name="felix dobro" userId="14f57bfd389b4c7e" providerId="LiveId" clId="{6A3FA6BB-30DC-4B9F-A71D-0601175FA068}" dt="2026-01-25T12:12:11.366" v="1297"/>
          <ac:spMkLst>
            <pc:docMk/>
            <pc:sldMk cId="1902156209" sldId="276"/>
            <ac:spMk id="6" creationId="{11256710-D6B3-856D-A06C-248513C93896}"/>
          </ac:spMkLst>
        </pc:spChg>
        <pc:spChg chg="add del mod">
          <ac:chgData name="felix dobro" userId="14f57bfd389b4c7e" providerId="LiveId" clId="{6A3FA6BB-30DC-4B9F-A71D-0601175FA068}" dt="2026-01-25T12:48:23.403" v="1521"/>
          <ac:spMkLst>
            <pc:docMk/>
            <pc:sldMk cId="1902156209" sldId="276"/>
            <ac:spMk id="6" creationId="{3046BD44-D480-3620-4DDC-C0A575BD0633}"/>
          </ac:spMkLst>
        </pc:spChg>
        <pc:spChg chg="add del mod">
          <ac:chgData name="felix dobro" userId="14f57bfd389b4c7e" providerId="LiveId" clId="{6A3FA6BB-30DC-4B9F-A71D-0601175FA068}" dt="2026-01-25T12:48:29.435" v="1523" actId="478"/>
          <ac:spMkLst>
            <pc:docMk/>
            <pc:sldMk cId="1902156209" sldId="276"/>
            <ac:spMk id="10" creationId="{C3B0DFD9-CDC8-EE5C-4A2E-D3A45D2856CB}"/>
          </ac:spMkLst>
        </pc:spChg>
        <pc:picChg chg="add del mod">
          <ac:chgData name="felix dobro" userId="14f57bfd389b4c7e" providerId="LiveId" clId="{6A3FA6BB-30DC-4B9F-A71D-0601175FA068}" dt="2026-01-25T12:48:14.667" v="1519" actId="478"/>
          <ac:picMkLst>
            <pc:docMk/>
            <pc:sldMk cId="1902156209" sldId="276"/>
            <ac:picMk id="7" creationId="{F29E91E7-410A-6957-F8CC-DE508DA4282A}"/>
          </ac:picMkLst>
        </pc:picChg>
        <pc:picChg chg="add del mod">
          <ac:chgData name="felix dobro" userId="14f57bfd389b4c7e" providerId="LiveId" clId="{6A3FA6BB-30DC-4B9F-A71D-0601175FA068}" dt="2026-01-25T12:48:15.899" v="1520" actId="478"/>
          <ac:picMkLst>
            <pc:docMk/>
            <pc:sldMk cId="1902156209" sldId="276"/>
            <ac:picMk id="8" creationId="{00244733-6A1F-0640-9A35-EEEDE577660F}"/>
          </ac:picMkLst>
        </pc:picChg>
        <pc:picChg chg="add mod">
          <ac:chgData name="felix dobro" userId="14f57bfd389b4c7e" providerId="LiveId" clId="{6A3FA6BB-30DC-4B9F-A71D-0601175FA068}" dt="2026-01-25T12:49:07.979" v="1540" actId="14100"/>
          <ac:picMkLst>
            <pc:docMk/>
            <pc:sldMk cId="1902156209" sldId="276"/>
            <ac:picMk id="11" creationId="{3D25B672-5940-8AF4-0241-053C1C0122BF}"/>
          </ac:picMkLst>
        </pc:picChg>
        <pc:picChg chg="add mod">
          <ac:chgData name="felix dobro" userId="14f57bfd389b4c7e" providerId="LiveId" clId="{6A3FA6BB-30DC-4B9F-A71D-0601175FA068}" dt="2026-01-25T12:48:46.987" v="1532" actId="1076"/>
          <ac:picMkLst>
            <pc:docMk/>
            <pc:sldMk cId="1902156209" sldId="276"/>
            <ac:picMk id="12" creationId="{EF3B05B5-F05C-AF93-0F8A-64A342BD706F}"/>
          </ac:picMkLst>
        </pc:picChg>
      </pc:sldChg>
      <pc:sldChg chg="addSp delSp modSp new add del mod delAnim modAnim">
        <pc:chgData name="felix dobro" userId="14f57bfd389b4c7e" providerId="LiveId" clId="{6A3FA6BB-30DC-4B9F-A71D-0601175FA068}" dt="2026-01-25T13:13:03.672" v="1601"/>
        <pc:sldMkLst>
          <pc:docMk/>
          <pc:sldMk cId="1088043106" sldId="277"/>
        </pc:sldMkLst>
        <pc:spChg chg="mod">
          <ac:chgData name="felix dobro" userId="14f57bfd389b4c7e" providerId="LiveId" clId="{6A3FA6BB-30DC-4B9F-A71D-0601175FA068}" dt="2026-01-25T12:49:44.363" v="1556" actId="20577"/>
          <ac:spMkLst>
            <pc:docMk/>
            <pc:sldMk cId="1088043106" sldId="277"/>
            <ac:spMk id="2" creationId="{635B7CE4-D822-EFB1-FA59-37431F64D384}"/>
          </ac:spMkLst>
        </pc:spChg>
        <pc:spChg chg="mod">
          <ac:chgData name="felix dobro" userId="14f57bfd389b4c7e" providerId="LiveId" clId="{6A3FA6BB-30DC-4B9F-A71D-0601175FA068}" dt="2026-01-25T12:16:51.632" v="1409" actId="20577"/>
          <ac:spMkLst>
            <pc:docMk/>
            <pc:sldMk cId="1088043106" sldId="277"/>
            <ac:spMk id="3" creationId="{B49E9741-CE20-1710-866A-C02E0FC2ADD1}"/>
          </ac:spMkLst>
        </pc:spChg>
        <pc:spChg chg="del">
          <ac:chgData name="felix dobro" userId="14f57bfd389b4c7e" providerId="LiveId" clId="{6A3FA6BB-30DC-4B9F-A71D-0601175FA068}" dt="2026-01-25T12:15:19.796" v="1317"/>
          <ac:spMkLst>
            <pc:docMk/>
            <pc:sldMk cId="1088043106" sldId="277"/>
            <ac:spMk id="4" creationId="{9355CFA6-FCA0-FF26-96CE-3F80240732E8}"/>
          </ac:spMkLst>
        </pc:spChg>
        <pc:spChg chg="mod">
          <ac:chgData name="felix dobro" userId="14f57bfd389b4c7e" providerId="LiveId" clId="{6A3FA6BB-30DC-4B9F-A71D-0601175FA068}" dt="2026-01-25T12:16:46.254" v="1401" actId="122"/>
          <ac:spMkLst>
            <pc:docMk/>
            <pc:sldMk cId="1088043106" sldId="277"/>
            <ac:spMk id="5" creationId="{F32B8AC9-681D-93B5-FECD-785DB8B6FF6C}"/>
          </ac:spMkLst>
        </pc:spChg>
        <pc:spChg chg="del">
          <ac:chgData name="felix dobro" userId="14f57bfd389b4c7e" providerId="LiveId" clId="{6A3FA6BB-30DC-4B9F-A71D-0601175FA068}" dt="2026-01-25T12:15:40.166" v="1322"/>
          <ac:spMkLst>
            <pc:docMk/>
            <pc:sldMk cId="1088043106" sldId="277"/>
            <ac:spMk id="6" creationId="{01EBBC3B-6D6D-0DD8-3C08-0FF52E82A925}"/>
          </ac:spMkLst>
        </pc:spChg>
        <pc:spChg chg="add del mod">
          <ac:chgData name="felix dobro" userId="14f57bfd389b4c7e" providerId="LiveId" clId="{6A3FA6BB-30DC-4B9F-A71D-0601175FA068}" dt="2026-01-25T12:15:37.865" v="1321"/>
          <ac:spMkLst>
            <pc:docMk/>
            <pc:sldMk cId="1088043106" sldId="277"/>
            <ac:spMk id="9" creationId="{6BAD1E5A-4935-BF99-882B-C270258AB791}"/>
          </ac:spMkLst>
        </pc:spChg>
        <pc:picChg chg="add del mod">
          <ac:chgData name="felix dobro" userId="14f57bfd389b4c7e" providerId="LiveId" clId="{6A3FA6BB-30DC-4B9F-A71D-0601175FA068}" dt="2026-01-25T12:15:32.310" v="1320" actId="478"/>
          <ac:picMkLst>
            <pc:docMk/>
            <pc:sldMk cId="1088043106" sldId="277"/>
            <ac:picMk id="7" creationId="{24018B5C-D36E-BFE7-6E87-F678436488A8}"/>
          </ac:picMkLst>
        </pc:picChg>
        <pc:picChg chg="add mod">
          <ac:chgData name="felix dobro" userId="14f57bfd389b4c7e" providerId="LiveId" clId="{6A3FA6BB-30DC-4B9F-A71D-0601175FA068}" dt="2026-01-25T12:15:37.865" v="1321"/>
          <ac:picMkLst>
            <pc:docMk/>
            <pc:sldMk cId="1088043106" sldId="277"/>
            <ac:picMk id="10" creationId="{0A142385-C60C-C132-02B8-2759DA22715E}"/>
          </ac:picMkLst>
        </pc:picChg>
        <pc:picChg chg="add mod">
          <ac:chgData name="felix dobro" userId="14f57bfd389b4c7e" providerId="LiveId" clId="{6A3FA6BB-30DC-4B9F-A71D-0601175FA068}" dt="2026-01-25T12:15:40.166" v="1322"/>
          <ac:picMkLst>
            <pc:docMk/>
            <pc:sldMk cId="1088043106" sldId="277"/>
            <ac:picMk id="11" creationId="{7219F415-FA95-EC5E-8B82-E59ACA61334D}"/>
          </ac:picMkLst>
        </pc:picChg>
      </pc:sldChg>
      <pc:sldChg chg="new del">
        <pc:chgData name="felix dobro" userId="14f57bfd389b4c7e" providerId="LiveId" clId="{6A3FA6BB-30DC-4B9F-A71D-0601175FA068}" dt="2026-01-25T12:07:49.335" v="1208" actId="47"/>
        <pc:sldMkLst>
          <pc:docMk/>
          <pc:sldMk cId="2039481068" sldId="277"/>
        </pc:sldMkLst>
      </pc:sldChg>
      <pc:sldChg chg="modSp new del mod">
        <pc:chgData name="felix dobro" userId="14f57bfd389b4c7e" providerId="LiveId" clId="{6A3FA6BB-30DC-4B9F-A71D-0601175FA068}" dt="2026-01-25T12:34:05.224" v="1432" actId="47"/>
        <pc:sldMkLst>
          <pc:docMk/>
          <pc:sldMk cId="57313836" sldId="278"/>
        </pc:sldMkLst>
        <pc:spChg chg="mod">
          <ac:chgData name="felix dobro" userId="14f57bfd389b4c7e" providerId="LiveId" clId="{6A3FA6BB-30DC-4B9F-A71D-0601175FA068}" dt="2026-01-25T12:33:53.999" v="1430" actId="20577"/>
          <ac:spMkLst>
            <pc:docMk/>
            <pc:sldMk cId="57313836" sldId="278"/>
            <ac:spMk id="2" creationId="{8493EADD-0BF6-AA4D-1B66-75ABBBCA232F}"/>
          </ac:spMkLst>
        </pc:spChg>
      </pc:sldChg>
      <pc:sldChg chg="addSp delSp modSp add mod delAnim modAnim">
        <pc:chgData name="felix dobro" userId="14f57bfd389b4c7e" providerId="LiveId" clId="{6A3FA6BB-30DC-4B9F-A71D-0601175FA068}" dt="2026-01-25T13:19:04.286" v="1778" actId="1036"/>
        <pc:sldMkLst>
          <pc:docMk/>
          <pc:sldMk cId="3544597831" sldId="279"/>
        </pc:sldMkLst>
        <pc:spChg chg="mod">
          <ac:chgData name="felix dobro" userId="14f57bfd389b4c7e" providerId="LiveId" clId="{6A3FA6BB-30DC-4B9F-A71D-0601175FA068}" dt="2026-01-25T12:49:36.235" v="1554" actId="20577"/>
          <ac:spMkLst>
            <pc:docMk/>
            <pc:sldMk cId="3544597831" sldId="279"/>
            <ac:spMk id="2" creationId="{DF20CF6C-4866-6EF4-8E78-9C68D0773948}"/>
          </ac:spMkLst>
        </pc:spChg>
        <pc:spChg chg="mod">
          <ac:chgData name="felix dobro" userId="14f57bfd389b4c7e" providerId="LiveId" clId="{6A3FA6BB-30DC-4B9F-A71D-0601175FA068}" dt="2026-01-25T12:34:16.715" v="1454" actId="20577"/>
          <ac:spMkLst>
            <pc:docMk/>
            <pc:sldMk cId="3544597831" sldId="279"/>
            <ac:spMk id="3" creationId="{2344860E-1324-1A93-A94C-D7E25229FE21}"/>
          </ac:spMkLst>
        </pc:spChg>
        <pc:spChg chg="mod">
          <ac:chgData name="felix dobro" userId="14f57bfd389b4c7e" providerId="LiveId" clId="{6A3FA6BB-30DC-4B9F-A71D-0601175FA068}" dt="2026-01-25T12:34:30.155" v="1457" actId="20577"/>
          <ac:spMkLst>
            <pc:docMk/>
            <pc:sldMk cId="3544597831" sldId="279"/>
            <ac:spMk id="5" creationId="{5273E3A1-536B-CE58-F45C-C700A299CA52}"/>
          </ac:spMkLst>
        </pc:spChg>
        <pc:spChg chg="add del mod">
          <ac:chgData name="felix dobro" userId="14f57bfd389b4c7e" providerId="LiveId" clId="{6A3FA6BB-30DC-4B9F-A71D-0601175FA068}" dt="2026-01-25T12:38:40.107" v="1469" actId="478"/>
          <ac:spMkLst>
            <pc:docMk/>
            <pc:sldMk cId="3544597831" sldId="279"/>
            <ac:spMk id="7" creationId="{85C2F5DF-B50C-DE2A-48C2-1644ECC70435}"/>
          </ac:spMkLst>
        </pc:spChg>
        <pc:spChg chg="add del mod">
          <ac:chgData name="felix dobro" userId="14f57bfd389b4c7e" providerId="LiveId" clId="{6A3FA6BB-30DC-4B9F-A71D-0601175FA068}" dt="2026-01-25T12:40:41.128" v="1483" actId="478"/>
          <ac:spMkLst>
            <pc:docMk/>
            <pc:sldMk cId="3544597831" sldId="279"/>
            <ac:spMk id="13" creationId="{E91C2F6C-CFDA-53BB-AA82-5A080A78DF4D}"/>
          </ac:spMkLst>
        </pc:spChg>
        <pc:picChg chg="add del mod">
          <ac:chgData name="felix dobro" userId="14f57bfd389b4c7e" providerId="LiveId" clId="{6A3FA6BB-30DC-4B9F-A71D-0601175FA068}" dt="2026-01-25T13:11:23.804" v="1584" actId="478"/>
          <ac:picMkLst>
            <pc:docMk/>
            <pc:sldMk cId="3544597831" sldId="279"/>
            <ac:picMk id="4" creationId="{35C6A3DA-3542-F771-2BBC-179A89B81733}"/>
          </ac:picMkLst>
        </pc:picChg>
        <pc:picChg chg="add del mod">
          <ac:chgData name="felix dobro" userId="14f57bfd389b4c7e" providerId="LiveId" clId="{6A3FA6BB-30DC-4B9F-A71D-0601175FA068}" dt="2026-01-25T12:38:42.234" v="1470" actId="478"/>
          <ac:picMkLst>
            <pc:docMk/>
            <pc:sldMk cId="3544597831" sldId="279"/>
            <ac:picMk id="4" creationId="{4589D80E-99CB-B8A1-046C-46EB38211739}"/>
          </ac:picMkLst>
        </pc:picChg>
        <pc:picChg chg="add mod">
          <ac:chgData name="felix dobro" userId="14f57bfd389b4c7e" providerId="LiveId" clId="{6A3FA6BB-30DC-4B9F-A71D-0601175FA068}" dt="2026-01-25T13:11:45.149" v="1593" actId="14100"/>
          <ac:picMkLst>
            <pc:docMk/>
            <pc:sldMk cId="3544597831" sldId="279"/>
            <ac:picMk id="6" creationId="{06E9E8EA-2776-F796-E155-1EFA9DC4E09F}"/>
          </ac:picMkLst>
        </pc:picChg>
        <pc:picChg chg="add mod">
          <ac:chgData name="felix dobro" userId="14f57bfd389b4c7e" providerId="LiveId" clId="{6A3FA6BB-30DC-4B9F-A71D-0601175FA068}" dt="2026-01-25T13:19:04.286" v="1778" actId="1036"/>
          <ac:picMkLst>
            <pc:docMk/>
            <pc:sldMk cId="3544597831" sldId="279"/>
            <ac:picMk id="8" creationId="{752E7D5F-160B-1DAB-BF8C-B57B7E8F0FD4}"/>
          </ac:picMkLst>
        </pc:picChg>
        <pc:picChg chg="add del mod">
          <ac:chgData name="felix dobro" userId="14f57bfd389b4c7e" providerId="LiveId" clId="{6A3FA6BB-30DC-4B9F-A71D-0601175FA068}" dt="2026-01-25T12:57:43.309" v="1571" actId="478"/>
          <ac:picMkLst>
            <pc:docMk/>
            <pc:sldMk cId="3544597831" sldId="279"/>
            <ac:picMk id="9" creationId="{01BF9874-B034-2766-E8AB-EE78EF0A0A5A}"/>
          </ac:picMkLst>
        </pc:picChg>
        <pc:picChg chg="del">
          <ac:chgData name="felix dobro" userId="14f57bfd389b4c7e" providerId="LiveId" clId="{6A3FA6BB-30DC-4B9F-A71D-0601175FA068}" dt="2026-01-25T12:40:33.508" v="1480" actId="478"/>
          <ac:picMkLst>
            <pc:docMk/>
            <pc:sldMk cId="3544597831" sldId="279"/>
            <ac:picMk id="10" creationId="{687D53D4-7A6D-14EF-4833-BDB1ABB8D933}"/>
          </ac:picMkLst>
        </pc:picChg>
        <pc:picChg chg="del">
          <ac:chgData name="felix dobro" userId="14f57bfd389b4c7e" providerId="LiveId" clId="{6A3FA6BB-30DC-4B9F-A71D-0601175FA068}" dt="2026-01-25T12:37:32.772" v="1459" actId="478"/>
          <ac:picMkLst>
            <pc:docMk/>
            <pc:sldMk cId="3544597831" sldId="279"/>
            <ac:picMk id="11" creationId="{2B1957FC-FFE7-6044-71F6-CA939BBA8806}"/>
          </ac:picMkLst>
        </pc:picChg>
      </pc:sldChg>
      <pc:sldChg chg="new del">
        <pc:chgData name="felix dobro" userId="14f57bfd389b4c7e" providerId="LiveId" clId="{6A3FA6BB-30DC-4B9F-A71D-0601175FA068}" dt="2026-01-25T13:15:31.904" v="1689" actId="47"/>
        <pc:sldMkLst>
          <pc:docMk/>
          <pc:sldMk cId="1029752325" sldId="280"/>
        </pc:sldMkLst>
      </pc:sldChg>
      <pc:sldChg chg="addSp delSp modSp new del mod">
        <pc:chgData name="felix dobro" userId="14f57bfd389b4c7e" providerId="LiveId" clId="{6A3FA6BB-30DC-4B9F-A71D-0601175FA068}" dt="2026-01-25T13:15:25.763" v="1687" actId="47"/>
        <pc:sldMkLst>
          <pc:docMk/>
          <pc:sldMk cId="1047512900" sldId="280"/>
        </pc:sldMkLst>
        <pc:spChg chg="del mod">
          <ac:chgData name="felix dobro" userId="14f57bfd389b4c7e" providerId="LiveId" clId="{6A3FA6BB-30DC-4B9F-A71D-0601175FA068}" dt="2026-01-25T13:15:24.301" v="1686" actId="478"/>
          <ac:spMkLst>
            <pc:docMk/>
            <pc:sldMk cId="1047512900" sldId="280"/>
            <ac:spMk id="2" creationId="{EBCB9F8C-CFAD-11B6-0AD5-E7B13FF3F615}"/>
          </ac:spMkLst>
        </pc:spChg>
        <pc:spChg chg="add mod">
          <ac:chgData name="felix dobro" userId="14f57bfd389b4c7e" providerId="LiveId" clId="{6A3FA6BB-30DC-4B9F-A71D-0601175FA068}" dt="2026-01-25T13:15:24.301" v="1686" actId="478"/>
          <ac:spMkLst>
            <pc:docMk/>
            <pc:sldMk cId="1047512900" sldId="280"/>
            <ac:spMk id="4" creationId="{3EB6AB95-3D38-A55A-7CDE-557623EF5158}"/>
          </ac:spMkLst>
        </pc:spChg>
      </pc:sldChg>
      <pc:sldChg chg="new del">
        <pc:chgData name="felix dobro" userId="14f57bfd389b4c7e" providerId="LiveId" clId="{6A3FA6BB-30DC-4B9F-A71D-0601175FA068}" dt="2026-01-25T13:13:56.740" v="1605" actId="47"/>
        <pc:sldMkLst>
          <pc:docMk/>
          <pc:sldMk cId="1530944794" sldId="280"/>
        </pc:sldMkLst>
      </pc:sldChg>
      <pc:sldChg chg="addSp delSp modSp new del mod">
        <pc:chgData name="felix dobro" userId="14f57bfd389b4c7e" providerId="LiveId" clId="{6A3FA6BB-30DC-4B9F-A71D-0601175FA068}" dt="2026-01-25T13:15:51.138" v="1708" actId="47"/>
        <pc:sldMkLst>
          <pc:docMk/>
          <pc:sldMk cId="1725200490" sldId="280"/>
        </pc:sldMkLst>
        <pc:spChg chg="del mod">
          <ac:chgData name="felix dobro" userId="14f57bfd389b4c7e" providerId="LiveId" clId="{6A3FA6BB-30DC-4B9F-A71D-0601175FA068}" dt="2026-01-25T13:15:48.044" v="1707" actId="478"/>
          <ac:spMkLst>
            <pc:docMk/>
            <pc:sldMk cId="1725200490" sldId="280"/>
            <ac:spMk id="2" creationId="{818B4B56-B6F7-F9D1-DFD2-7BFB2929316E}"/>
          </ac:spMkLst>
        </pc:spChg>
        <pc:spChg chg="add mod">
          <ac:chgData name="felix dobro" userId="14f57bfd389b4c7e" providerId="LiveId" clId="{6A3FA6BB-30DC-4B9F-A71D-0601175FA068}" dt="2026-01-25T13:15:48.044" v="1707" actId="478"/>
          <ac:spMkLst>
            <pc:docMk/>
            <pc:sldMk cId="1725200490" sldId="280"/>
            <ac:spMk id="4" creationId="{6168AE35-580C-B693-9DB3-32D77A1BA0A9}"/>
          </ac:spMkLst>
        </pc:spChg>
      </pc:sldChg>
      <pc:sldChg chg="addSp delSp modSp add mod setBg delAnim modAnim delDesignElem">
        <pc:chgData name="felix dobro" userId="14f57bfd389b4c7e" providerId="LiveId" clId="{6A3FA6BB-30DC-4B9F-A71D-0601175FA068}" dt="2026-01-25T13:17:25.762" v="1777"/>
        <pc:sldMkLst>
          <pc:docMk/>
          <pc:sldMk cId="2761971008" sldId="280"/>
        </pc:sldMkLst>
        <pc:spChg chg="mod">
          <ac:chgData name="felix dobro" userId="14f57bfd389b4c7e" providerId="LiveId" clId="{6A3FA6BB-30DC-4B9F-A71D-0601175FA068}" dt="2026-01-25T13:16:13.823" v="1763" actId="20577"/>
          <ac:spMkLst>
            <pc:docMk/>
            <pc:sldMk cId="2761971008" sldId="280"/>
            <ac:spMk id="2" creationId="{4C593A8E-FB7F-44D3-F5B8-C1CEBFB47DBD}"/>
          </ac:spMkLst>
        </pc:spChg>
        <pc:spChg chg="del">
          <ac:chgData name="felix dobro" userId="14f57bfd389b4c7e" providerId="LiveId" clId="{6A3FA6BB-30DC-4B9F-A71D-0601175FA068}" dt="2026-01-25T13:15:55.092" v="1710"/>
          <ac:spMkLst>
            <pc:docMk/>
            <pc:sldMk cId="2761971008" sldId="280"/>
            <ac:spMk id="4" creationId="{BD8B5E38-B6DC-1737-89BB-DD831BC90B48}"/>
          </ac:spMkLst>
        </pc:spChg>
        <pc:spChg chg="del">
          <ac:chgData name="felix dobro" userId="14f57bfd389b4c7e" providerId="LiveId" clId="{6A3FA6BB-30DC-4B9F-A71D-0601175FA068}" dt="2026-01-25T13:15:55.092" v="1710"/>
          <ac:spMkLst>
            <pc:docMk/>
            <pc:sldMk cId="2761971008" sldId="280"/>
            <ac:spMk id="5" creationId="{A4D27E95-A2DB-55A1-FE23-6294DAF5D95E}"/>
          </ac:spMkLst>
        </pc:spChg>
        <pc:spChg chg="del">
          <ac:chgData name="felix dobro" userId="14f57bfd389b4c7e" providerId="LiveId" clId="{6A3FA6BB-30DC-4B9F-A71D-0601175FA068}" dt="2026-01-25T13:15:55.092" v="1710"/>
          <ac:spMkLst>
            <pc:docMk/>
            <pc:sldMk cId="2761971008" sldId="280"/>
            <ac:spMk id="7" creationId="{7CEECB8F-B42A-9309-CB5D-EE785412D189}"/>
          </ac:spMkLst>
        </pc:spChg>
        <pc:spChg chg="del">
          <ac:chgData name="felix dobro" userId="14f57bfd389b4c7e" providerId="LiveId" clId="{6A3FA6BB-30DC-4B9F-A71D-0601175FA068}" dt="2026-01-25T13:15:55.092" v="1710"/>
          <ac:spMkLst>
            <pc:docMk/>
            <pc:sldMk cId="2761971008" sldId="280"/>
            <ac:spMk id="9" creationId="{57116401-094B-A131-DC0F-2F097BEFC039}"/>
          </ac:spMkLst>
        </pc:spChg>
        <pc:picChg chg="add del mod">
          <ac:chgData name="felix dobro" userId="14f57bfd389b4c7e" providerId="LiveId" clId="{6A3FA6BB-30DC-4B9F-A71D-0601175FA068}" dt="2026-01-25T13:16:49.007" v="1768" actId="478"/>
          <ac:picMkLst>
            <pc:docMk/>
            <pc:sldMk cId="2761971008" sldId="280"/>
            <ac:picMk id="3" creationId="{47C94422-2629-AD25-A7CB-A19DE49C8179}"/>
          </ac:picMkLst>
        </pc:picChg>
        <pc:picChg chg="add mod">
          <ac:chgData name="felix dobro" userId="14f57bfd389b4c7e" providerId="LiveId" clId="{6A3FA6BB-30DC-4B9F-A71D-0601175FA068}" dt="2026-01-25T13:17:12.732" v="1775" actId="1076"/>
          <ac:picMkLst>
            <pc:docMk/>
            <pc:sldMk cId="2761971008" sldId="280"/>
            <ac:picMk id="6" creationId="{BB55E259-073E-06CE-517B-D84D5FA513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B207-5F17-42A7-8696-EAA295544B51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531E2-B4B0-49C7-923E-8B50F56CA2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42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531E2-B4B0-49C7-923E-8B50F56CA2F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23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50C1-7042-7919-9140-E554FDC09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DC722-8200-7B21-6E78-A667FE6E5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FE9B6-C3C1-6654-405C-62824E2A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CAC69-0620-28F3-07F4-A67123BE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F216-FEE7-E849-168B-DAC6C205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88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43C7-89A6-549C-3D29-5867BD871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F5F4-D319-EC88-32E0-7C7F134C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0E3C-99CE-9D5B-42E6-99770C28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A604-8C4D-5BDF-7550-B901FA9C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AD7B1-9FE5-97E4-3680-B55FB2F2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54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4EF4-240C-07CF-4F61-6A08F69B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23669-4A84-D503-7371-D99D56C33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42860-32D2-2798-BE1E-938D3F1E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D88E-9148-1987-5784-4A07FD2E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19F6E-8E75-DBEF-3933-56D5D1F1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29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5F2B-BC71-D054-6F0D-D9C08899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F9CBA-12E0-3B29-77F6-78386C0C3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BF6F1-F2D4-29C4-34D4-8D59A9774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F5FF2-F6B9-A992-CBF3-1E3AC98B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DAFE5-2712-C506-6F27-C114A571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6A4AD-5B2E-5AEA-659F-F388DD4E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4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D5F4-88F3-1443-A971-89E16117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007C0-0781-46D7-B359-34D371BA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57470-AFE5-A96B-DFEA-02E7C4284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7B886-9A21-B891-2C7C-142FC6662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C4564-D875-2E80-8BC0-E1AA114E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0CBEC-3FAB-4F0E-2081-7B253A58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10255-2421-335B-FEAC-70AEE74F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65A39-1B92-7B1D-DDE1-14126B8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3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4E7A-478F-0D42-A59F-71276691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A9988-AEF7-0544-3E28-820C480B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2511F-D3CA-4FFD-88EB-E571C4A9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53511-66F6-2CF7-9700-0CC22BA3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41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74158-84DE-59E2-D726-5DB2B6BD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C43AC-DE89-EC5F-704F-25A255F0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B5C0E-0497-7955-1566-78FECCCC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9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5262-83EE-32F5-FE68-6804134D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CA8F-444F-0E05-BD35-FD2969CEF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1DCFF-F791-06A3-580E-5CFCE976E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F4C32-80CE-6E4E-56D8-83371D98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2C75C-3623-03E7-B940-E5FBC9A7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77DD1-507C-478C-98CE-8A9A3F84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8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94DE-4B1E-AB26-A214-5A42B2D25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0625F-D83B-ADC8-BC41-3F0725EE0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70963-5A3B-520B-E701-9A53F28E1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AD660-18F0-066C-0352-CDB1779B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09CCA-8581-55C7-06BA-700D54E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96C66-1127-B97B-1E82-0AFDF7E5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39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1D51-433D-A11A-4329-6A7B48CE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DC614-3F34-5E4E-5FB4-929389740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12C3E-6FBD-A88F-7432-7CE27012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935DB-C51F-D941-08D7-C80031E6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3136-BBC6-233D-D44B-F790AE7F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71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D8DF0-B934-9984-A3E3-ECC3581EE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FF6CA-7719-B197-02F5-EC811AFBE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8D21-A45A-031D-0E21-72EA3000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D341-F3B9-0141-1AFF-F24C1A08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61853-B830-A461-34D8-C9288C3F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2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27B21-3D84-9A3A-7627-DC9282E7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9A5D4-668B-2B3F-426F-09FAC739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3F6E-9C07-076F-02E2-A6222C6F7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EC203-77CE-4F20-822A-6863CED2825F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6AF5E-C96E-8F37-78F0-DDE9793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BE50-009F-C33C-D5D1-0E379E2E7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304BE-1BB2-407B-BE30-8DF16ABED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18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22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1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3.mp4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24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5.mp4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media" Target="../media/media7.mp4"/><Relationship Id="rId7" Type="http://schemas.openxmlformats.org/officeDocument/2006/relationships/image" Target="../media/image26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7.mp4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5B748-6D9F-3706-8D4C-02942670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de-AT" sz="6600" dirty="0"/>
              <a:t>Offline-RL</a:t>
            </a:r>
            <a:endParaRPr lang="en-GB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F16F3-3214-54BB-0231-59BBC15CC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r>
              <a:rPr lang="de-AT"/>
              <a:t>On Cartpole</a:t>
            </a:r>
            <a:endParaRPr lang="en-GB" dirty="0"/>
          </a:p>
        </p:txBody>
      </p:sp>
      <p:pic>
        <p:nvPicPr>
          <p:cNvPr id="4" name="Perfect">
            <a:hlinkClick r:id="" action="ppaction://media"/>
            <a:extLst>
              <a:ext uri="{FF2B5EF4-FFF2-40B4-BE49-F238E27FC236}">
                <a16:creationId xmlns:a16="http://schemas.microsoft.com/office/drawing/2014/main" id="{A5E3528E-1200-2E00-01DE-70CC151AF0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39766" y="591670"/>
            <a:ext cx="4107871" cy="2742004"/>
          </a:xfrm>
          <a:prstGeom prst="rect">
            <a:avLst/>
          </a:pr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9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F72ED-BC94-D92C-BC9D-B3249F53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Reinforcement Learning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54FEC-D6CD-0BF2-F0C7-C5564B2D6F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15568" y="2481943"/>
                <a:ext cx="10168128" cy="3695020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/>
                <a:r>
                  <a:rPr lang="en-US" sz="1700"/>
                  <a:t>States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700"/>
                  <a:t>, Actions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700"/>
                  <a:t>,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700"/>
                  <a:t>, Rewards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1700"/>
              </a:p>
              <a:p>
                <a:endParaRPr lang="en-US" sz="1700"/>
              </a:p>
              <a:p>
                <a:pPr marL="0"/>
                <a:r>
                  <a:rPr lang="en-US" sz="1700" b="1"/>
                  <a:t>Objective: </a:t>
                </a:r>
              </a:p>
              <a:p>
                <a:pPr marL="0"/>
                <a:r>
                  <a:rPr lang="en-US" sz="1700"/>
                  <a:t>Find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700"/>
                  <a:t> which maps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700"/>
                  <a:t>  to maximize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7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</m:s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)]=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𝑅𝑒𝑡𝑢𝑟𝑛</m:t>
                        </m:r>
                      </m:e>
                    </m:nary>
                  </m:oMath>
                </a14:m>
                <a:endParaRPr lang="en-US" sz="1700"/>
              </a:p>
              <a:p>
                <a:pPr marL="0"/>
                <a:r>
                  <a:rPr lang="en-US" sz="1700"/>
                  <a:t>Accumulate as much reward as possible, as soon as possible.</a:t>
                </a:r>
              </a:p>
              <a:p>
                <a:pPr marL="0"/>
                <a:endParaRPr lang="en-US" sz="1700" b="1"/>
              </a:p>
              <a:p>
                <a:pPr marL="0"/>
                <a:r>
                  <a:rPr lang="en-US" sz="1700" b="1"/>
                  <a:t>Functions: </a:t>
                </a:r>
                <a:endParaRPr lang="en-US" sz="1700" b="1" i="1"/>
              </a:p>
              <a:p>
                <a:pPr marL="0"/>
                <a:r>
                  <a:rPr lang="en-US" sz="1700"/>
                  <a:t>Policy: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700" b="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700"/>
              </a:p>
              <a:p>
                <a:pPr marL="0"/>
                <a:r>
                  <a:rPr lang="en-US" sz="1700" b="0"/>
                  <a:t>Value Function: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700" b="0" i="1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→  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𝑅𝑒𝑡𝑢𝑟𝑛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700"/>
                  <a:t>							</a:t>
                </a:r>
              </a:p>
              <a:p>
                <a:pPr marL="0"/>
                <a:endParaRPr lang="en-US" sz="1700" b="1"/>
              </a:p>
              <a:p>
                <a:pPr marL="0"/>
                <a:endParaRPr lang="en-US" sz="1700"/>
              </a:p>
              <a:p>
                <a:endParaRPr lang="en-US" sz="17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54FEC-D6CD-0BF2-F0C7-C5564B2D6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15568" y="2481943"/>
                <a:ext cx="10168128" cy="3695020"/>
              </a:xfrm>
              <a:blipFill>
                <a:blip r:embed="rId2"/>
                <a:stretch>
                  <a:fillRect l="-300" t="-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33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3E190-FA0F-44F7-858B-542C718D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Cartpole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5A61-A765-DEEB-FCC2-582CADB92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/>
              <a:t>States: </a:t>
            </a:r>
          </a:p>
          <a:p>
            <a:pPr marL="0" indent="0">
              <a:buNone/>
            </a:pPr>
            <a:r>
              <a:rPr lang="en-US" sz="1800" dirty="0"/>
              <a:t>[position, speed, pole-angle, pole-speed]</a:t>
            </a:r>
          </a:p>
          <a:p>
            <a:pPr marL="0"/>
            <a:r>
              <a:rPr lang="en-US" sz="1800" b="1" dirty="0"/>
              <a:t>Actions: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0: Push left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1: Push right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Rewards: 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+1 for every action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Termination if pole falls</a:t>
            </a:r>
          </a:p>
          <a:p>
            <a:pPr marL="0"/>
            <a:endParaRPr lang="en-US" sz="1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11168F-321E-BA9D-8BBF-35EFD9EC5E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1211579"/>
            <a:ext cx="6440424" cy="437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5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5ACB5-A739-8F65-1E13-EA3B0D6B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de-AT" sz="5200" dirty="0"/>
              <a:t>Deep Q Network</a:t>
            </a:r>
            <a:endParaRPr lang="en-GB" sz="520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0E399-F5A4-E70E-0CC7-6FFA26E15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3355848"/>
                <a:ext cx="6268770" cy="282549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AT" sz="2200" b="0" dirty="0">
                    <a:ea typeface="Cambria Math" panose="02040503050406030204" pitchFamily="18" charset="0"/>
                  </a:rPr>
                  <a:t>Combining Value and Policy:</a:t>
                </a:r>
                <a14:m>
                  <m:oMath xmlns:m="http://schemas.openxmlformats.org/officeDocument/2006/math">
                    <m:r>
                      <a:rPr lang="de-AT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AT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de-AT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AT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AT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de-AT" sz="22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AT" sz="2200" dirty="0">
                    <a:ea typeface="Cambria Math" panose="02040503050406030204" pitchFamily="18" charset="0"/>
                  </a:rPr>
                  <a:t>Policy: 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choose</a:t>
                </a:r>
                <a:r>
                  <a:rPr lang="de-AT" sz="2200" dirty="0">
                    <a:ea typeface="Cambria Math" panose="02040503050406030204" pitchFamily="18" charset="0"/>
                  </a:rPr>
                  <a:t> 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argmax</a:t>
                </a:r>
                <a:r>
                  <a:rPr lang="de-AT" sz="2200" dirty="0">
                    <a:ea typeface="Cambria Math" panose="02040503050406030204" pitchFamily="18" charset="0"/>
                  </a:rPr>
                  <a:t>(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output</a:t>
                </a:r>
                <a:r>
                  <a:rPr lang="de-AT" sz="2200" dirty="0">
                    <a:ea typeface="Cambria Math" panose="02040503050406030204" pitchFamily="18" charset="0"/>
                  </a:rPr>
                  <a:t>) </a:t>
                </a:r>
              </a:p>
              <a:p>
                <a:pPr marL="0" indent="0">
                  <a:buNone/>
                </a:pPr>
                <a:r>
                  <a:rPr lang="de-AT" sz="2200" dirty="0">
                    <a:ea typeface="Cambria Math" panose="02040503050406030204" pitchFamily="18" charset="0"/>
                  </a:rPr>
                  <a:t>Training: 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Collect</a:t>
                </a:r>
                <a:r>
                  <a:rPr lang="de-AT" sz="2200" dirty="0">
                    <a:ea typeface="Cambria Math" panose="02040503050406030204" pitchFamily="18" charset="0"/>
                  </a:rPr>
                  <a:t> 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tuples</a:t>
                </a:r>
                <a:r>
                  <a:rPr lang="de-AT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de-AT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de-AT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AT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de-AT" sz="2200" b="0" dirty="0">
                    <a:ea typeface="Cambria Math" panose="02040503050406030204" pitchFamily="18" charset="0"/>
                  </a:rPr>
                  <a:t>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AT" sz="2200" dirty="0">
                    <a:ea typeface="Cambria Math" panose="02040503050406030204" pitchFamily="18" charset="0"/>
                  </a:rPr>
                  <a:t>Update </a:t>
                </a:r>
                <a:r>
                  <a:rPr lang="de-AT" sz="2200" dirty="0" err="1">
                    <a:ea typeface="Cambria Math" panose="02040503050406030204" pitchFamily="18" charset="0"/>
                  </a:rPr>
                  <a:t>process</a:t>
                </a:r>
                <a:r>
                  <a:rPr lang="de-AT" sz="2200" dirty="0">
                    <a:ea typeface="Cambria Math" panose="02040503050406030204" pitchFamily="18" charset="0"/>
                  </a:rPr>
                  <a:t> per t: </a:t>
                </a:r>
                <a14:m>
                  <m:oMath xmlns:m="http://schemas.openxmlformats.org/officeDocument/2006/math"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e-AT" sz="22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′=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A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</m:t>
                    </m:r>
                  </m:oMath>
                </a14:m>
                <a:endParaRPr lang="de-AT" sz="22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𝑇𝑎𝑟𝑔𝑒𝑡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func>
                        <m:funcPr>
                          <m:ctrlPr>
                            <a:rPr lang="de-AT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AT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de-AT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AT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de-AT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∗(1−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AT" sz="22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A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𝐷𝑄𝑁</m:t>
                          </m:r>
                        </m:sub>
                      </m:sSub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𝑇𝑎𝑟𝑔𝑒𝑡</m:t>
                      </m:r>
                      <m:r>
                        <a:rPr lang="de-A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AT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0E399-F5A4-E70E-0CC7-6FFA26E15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3355848"/>
                <a:ext cx="6268770" cy="2825496"/>
              </a:xfrm>
              <a:blipFill>
                <a:blip r:embed="rId2"/>
                <a:stretch>
                  <a:fillRect l="-1070" t="-21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07352DB-ABC9-E76E-3E9A-3C9143DC6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93253" y="601133"/>
            <a:ext cx="3439312" cy="558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13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CFBEC-CF9B-82AD-8E67-6379DE87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de-AT" sz="4000"/>
              <a:t>Problems with offline Training</a:t>
            </a:r>
            <a:endParaRPr lang="en-GB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171C0-72F1-7262-BE52-70A090092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481943"/>
                <a:ext cx="10168128" cy="3695020"/>
              </a:xfrm>
            </p:spPr>
            <p:txBody>
              <a:bodyPr>
                <a:normAutofit/>
              </a:bodyPr>
              <a:lstStyle/>
              <a:p>
                <a:r>
                  <a:rPr lang="de-AT" sz="2200"/>
                  <a:t>Distributional shift (Out of distribution)</a:t>
                </a:r>
              </a:p>
              <a:p>
                <a:r>
                  <a:rPr lang="de-AT" sz="2200"/>
                  <a:t>Due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AT" sz="22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2200" b="0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AT" sz="2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GB" sz="2200"/>
                  <a:t> action-values are typically overestimated</a:t>
                </a:r>
              </a:p>
              <a:p>
                <a:r>
                  <a:rPr lang="en-GB" sz="2200"/>
                  <a:t>No exploration</a:t>
                </a:r>
              </a:p>
              <a:p>
                <a:r>
                  <a:rPr lang="en-GB" sz="2200"/>
                  <a:t>Data quality and Coverage</a:t>
                </a:r>
              </a:p>
              <a:p>
                <a:r>
                  <a:rPr lang="en-GB" sz="2200"/>
                  <a:t>Evaluation tricky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171C0-72F1-7262-BE52-70A090092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481943"/>
                <a:ext cx="10168128" cy="3695020"/>
              </a:xfrm>
              <a:blipFill>
                <a:blip r:embed="rId2"/>
                <a:stretch>
                  <a:fillRect l="-659" t="-1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322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FEFC5-960C-7A9E-1F8C-D5DC759A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de-AT" sz="4000"/>
              <a:t>Conservative Q-Learning</a:t>
            </a:r>
            <a:endParaRPr lang="en-GB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D8639-5CD6-63D2-C404-59C0A8072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481943"/>
                <a:ext cx="10168128" cy="369502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sz="2200" dirty="0" err="1"/>
                  <a:t>LogSumExp</a:t>
                </a:r>
                <a:r>
                  <a:rPr lang="en-GB" sz="2200" dirty="0"/>
                  <a:t>: 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𝐿𝑆𝐸</m:t>
                    </m:r>
                    <m:d>
                      <m:dPr>
                        <m:ctrlPr>
                          <a:rPr lang="de-AT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sz="2200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de-AT" sz="2200" b="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AT" sz="22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2200" b="0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de-AT" sz="2200" b="0" i="1">
                            <a:latin typeface="Cambria Math" panose="02040503050406030204" pitchFamily="18" charset="0"/>
                          </a:rPr>
                          <m:t>[</m:t>
                        </m:r>
                        <m:nary>
                          <m:naryPr>
                            <m:chr m:val="∑"/>
                            <m:ctrlPr>
                              <a:rPr lang="de-AT" sz="22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AT" sz="22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AT" sz="2200" b="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de-AT" sz="22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AT" sz="2200" b="0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e>
                        </m:nary>
                        <m:r>
                          <a:rPr lang="de-AT" sz="2200" b="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  <m:r>
                      <a:rPr lang="de-AT" sz="2200" b="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AT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𝐷𝑖𝑓𝑓𝑒𝑟𝑒𝑛𝑡𝑖𝑎𝑏𝑙𝑒</m:t>
                    </m:r>
                    <m:func>
                      <m:funcPr>
                        <m:ctrlPr>
                          <a:rPr lang="de-AT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22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AT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AT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</m:oMath>
                </a14:m>
                <a:endParaRPr lang="de-AT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200" b="0" i="1">
                          <a:latin typeface="Cambria Math" panose="020405030504060302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de-AT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𝐶𝑄𝐿</m:t>
                          </m:r>
                        </m:sub>
                      </m:sSub>
                      <m:r>
                        <a:rPr lang="de-AT" sz="2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2200" b="0" i="1">
                          <a:latin typeface="Cambria Math" panose="02040503050406030204" pitchFamily="18" charset="0"/>
                        </a:rPr>
                        <m:t>𝑚𝑒𝑎𝑛</m:t>
                      </m:r>
                      <m:d>
                        <m:dPr>
                          <m:ctrlPr>
                            <a:rPr lang="de-AT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𝐿𝑆𝐸</m:t>
                          </m:r>
                          <m:d>
                            <m:dPr>
                              <m:ctrlPr>
                                <a:rPr lang="de-AT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AT" sz="22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de-AT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de-AT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AT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de-AT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e>
                      </m:d>
                    </m:oMath>
                  </m:oMathPara>
                </a14:m>
                <a:endParaRPr lang="en-GB" sz="22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2200" b="0" i="1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de-AT" sz="2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2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sz="2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de-AT" sz="2200" b="0" i="1">
                          <a:latin typeface="Cambria Math" panose="020405030504060302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de-AT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AT" sz="2200" b="0" i="1">
                              <a:latin typeface="Cambria Math" panose="02040503050406030204" pitchFamily="18" charset="0"/>
                            </a:rPr>
                            <m:t>𝐶𝑄𝐿</m:t>
                          </m:r>
                        </m:sub>
                      </m:sSub>
                      <m:r>
                        <a:rPr lang="de-AT" sz="2200" b="0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de-AT" sz="2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de-AT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AT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𝐷𝑄𝑁</m:t>
                          </m:r>
                        </m:sub>
                      </m:sSub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Push down high values and reinforce chosen action values (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2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2200" dirty="0"/>
                  <a:t> controls how conservatives the network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D8639-5CD6-63D2-C404-59C0A8072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481943"/>
                <a:ext cx="10168128" cy="3695020"/>
              </a:xfrm>
              <a:blipFill>
                <a:blip r:embed="rId2"/>
                <a:stretch>
                  <a:fillRect l="-779" t="-110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72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C86C8-8657-BE0B-99A2-493C0AE3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5400"/>
              <a:t>Training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AFDC3-279A-CE7B-8E99-3E7BB04BD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de-AT" sz="2200" b="1" dirty="0"/>
                  <a:t>Evaluation:</a:t>
                </a:r>
              </a:p>
              <a:p>
                <a:pPr marL="0" indent="0">
                  <a:buNone/>
                </a:pPr>
                <a:r>
                  <a:rPr lang="de-AT" sz="2200" dirty="0"/>
                  <a:t> Average Returns on 20+ </a:t>
                </a:r>
                <a:r>
                  <a:rPr lang="de-AT" sz="2200" dirty="0" err="1"/>
                  <a:t>episodes</a:t>
                </a:r>
                <a:r>
                  <a:rPr lang="de-AT" sz="2200" dirty="0"/>
                  <a:t> (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AT" sz="2200" dirty="0"/>
              </a:p>
              <a:p>
                <a:pPr marL="0" indent="0">
                  <a:buNone/>
                </a:pPr>
                <a:endParaRPr lang="de-AT" sz="2200" b="1" dirty="0"/>
              </a:p>
              <a:p>
                <a:r>
                  <a:rPr lang="de-AT" sz="2200" b="1" dirty="0"/>
                  <a:t>Dataset Generation:</a:t>
                </a:r>
              </a:p>
              <a:p>
                <a:pPr marL="0" indent="0">
                  <a:buNone/>
                </a:pPr>
                <a:r>
                  <a:rPr lang="de-AT" sz="2200" dirty="0"/>
                  <a:t>3 </a:t>
                </a:r>
                <a:r>
                  <a:rPr lang="de-AT" sz="2200" dirty="0" err="1"/>
                  <a:t>datasets</a:t>
                </a:r>
                <a:r>
                  <a:rPr lang="de-AT" sz="2200" dirty="0"/>
                  <a:t> a 100k </a:t>
                </a:r>
                <a:r>
                  <a:rPr lang="de-AT" sz="2200" dirty="0" err="1"/>
                  <a:t>tuples</a:t>
                </a:r>
                <a:r>
                  <a:rPr lang="de-AT" sz="2200" dirty="0"/>
                  <a:t> </a:t>
                </a:r>
                <a:r>
                  <a:rPr lang="de-AT" sz="2200" dirty="0" err="1"/>
                  <a:t>from</a:t>
                </a:r>
                <a:r>
                  <a:rPr lang="de-AT" sz="2200" dirty="0"/>
                  <a:t> different Online-DQN </a:t>
                </a:r>
                <a:r>
                  <a:rPr lang="de-AT" sz="2200" dirty="0" err="1"/>
                  <a:t>policies</a:t>
                </a:r>
                <a:endParaRPr lang="de-AT" sz="2200" dirty="0"/>
              </a:p>
              <a:p>
                <a:pPr marL="0" indent="0">
                  <a:buNone/>
                </a:pPr>
                <a:r>
                  <a:rPr lang="de-AT" sz="2200" dirty="0"/>
                  <a:t>Random(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sz="2200" dirty="0"/>
                  <a:t>20), Mid(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2200" b="0" i="0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de-AT" sz="2200" dirty="0"/>
                  <a:t>), </a:t>
                </a:r>
                <a:r>
                  <a:rPr lang="de-AT" sz="2200" dirty="0" err="1"/>
                  <a:t>Perfect</a:t>
                </a:r>
                <a:r>
                  <a:rPr lang="de-AT" sz="2200" dirty="0"/>
                  <a:t>(</a:t>
                </a:r>
                <a14:m>
                  <m:oMath xmlns:m="http://schemas.openxmlformats.org/officeDocument/2006/math">
                    <m:r>
                      <a:rPr lang="de-AT" sz="2200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AT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2200" b="0" i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de-AT" sz="2200" dirty="0"/>
                  <a:t>)</a:t>
                </a:r>
              </a:p>
              <a:p>
                <a:pPr marL="0" indent="0">
                  <a:buNone/>
                </a:pPr>
                <a:endParaRPr lang="de-AT" sz="2200" dirty="0"/>
              </a:p>
              <a:p>
                <a:r>
                  <a:rPr lang="en-GB" sz="2200" b="1" dirty="0"/>
                  <a:t>Training:</a:t>
                </a:r>
              </a:p>
              <a:p>
                <a:pPr marL="0" indent="0">
                  <a:buNone/>
                </a:pPr>
                <a:r>
                  <a:rPr lang="en-GB" sz="2200"/>
                  <a:t>With </a:t>
                </a:r>
                <a:r>
                  <a:rPr lang="en-GB" sz="2200" dirty="0"/>
                  <a:t>different alphas and comparing Offline vs Online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AFDC3-279A-CE7B-8E99-3E7BB04BD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754" t="-17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76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34EA0-4370-E153-363A-9D65BA90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Perfect (Return =500)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12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0CA7F0F-4DFB-88B4-91E0-F53EB6D5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2CD6A76-E483-4F18-52B1-F56864E11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333" y="-40257"/>
            <a:ext cx="12323618" cy="4635262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743A57-C621-9E0C-8426-42DDBC935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771" y="3198560"/>
            <a:ext cx="12320570" cy="369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9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C53410-A533-7DE7-AFA4-8A979D702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79"/>
            <a:ext cx="12192000" cy="4798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65F8B-0DAA-537D-D147-E28E19254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3494"/>
            <a:ext cx="12192000" cy="384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EAE60-B239-2B39-DFB3-2538FD91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031B6-E997-8C5C-EB0F-FE95291FD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Mid (Return =240)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90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14BF-606E-8B6C-96C6-10178667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60C58-6E98-53FC-C5F6-F93A799B8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43"/>
            <a:ext cx="12192000" cy="46863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3B3C57-2E33-2363-9ABF-08EEDA9C0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5007"/>
            <a:ext cx="12192000" cy="4202836"/>
          </a:xfrm>
        </p:spPr>
      </p:pic>
    </p:spTree>
    <p:extLst>
      <p:ext uri="{BB962C8B-B14F-4D97-AF65-F5344CB8AC3E}">
        <p14:creationId xmlns:p14="http://schemas.microsoft.com/office/powerpoint/2010/main" val="3771681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DAF0-6DE7-2513-ABB6-58D6B73BD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367902-87C4-0B5C-08E8-313A3F52E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22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8E430-FE55-306F-FE69-0374F0BB8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3708"/>
            <a:ext cx="12192000" cy="4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0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2240A-4B60-7D7E-7606-07FCF458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" name="Freeform: Shape 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71359-8BAF-F629-F522-4E842AE4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(Return =</a:t>
            </a: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3152-A81E-2804-DC01-B42FA3C6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9FE0D9-3956-4F8F-2658-76BE75043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3513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3A9B0-8C67-0636-71DC-ACAC632B7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4928"/>
            <a:ext cx="12255293" cy="3803072"/>
          </a:xfrm>
        </p:spPr>
      </p:pic>
    </p:spTree>
    <p:extLst>
      <p:ext uri="{BB962C8B-B14F-4D97-AF65-F5344CB8AC3E}">
        <p14:creationId xmlns:p14="http://schemas.microsoft.com/office/powerpoint/2010/main" val="415864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2861-14A4-EE8E-202A-93A53B6C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81EFD-9571-870B-76F7-8609E5E43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40491" cy="448194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98473-D776-38DD-2DDB-4B7DF56E3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" y="2847108"/>
            <a:ext cx="12420601" cy="40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1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482D-5CB8-2A2C-1E29-C607B85B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Perfect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F591E-DCE1-AABC-ED0A-87E644849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Online (R=500)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70880-0D75-2F08-E929-BDC782CD9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/>
              <a:t>Offline (R=500)</a:t>
            </a:r>
            <a:endParaRPr lang="en-GB" dirty="0"/>
          </a:p>
        </p:txBody>
      </p:sp>
      <p:pic>
        <p:nvPicPr>
          <p:cNvPr id="11" name="cartpole_v63_seed_2-episode-0">
            <a:hlinkClick r:id="" action="ppaction://media"/>
            <a:extLst>
              <a:ext uri="{FF2B5EF4-FFF2-40B4-BE49-F238E27FC236}">
                <a16:creationId xmlns:a16="http://schemas.microsoft.com/office/drawing/2014/main" id="{3D25B672-5940-8AF4-0241-053C1C0122BF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75728" y="2736580"/>
            <a:ext cx="4995183" cy="3330122"/>
          </a:xfrm>
        </p:spPr>
      </p:pic>
      <p:pic>
        <p:nvPicPr>
          <p:cNvPr id="12" name="cartpole_v21_seed_2-episode-0">
            <a:hlinkClick r:id="" action="ppaction://media"/>
            <a:extLst>
              <a:ext uri="{FF2B5EF4-FFF2-40B4-BE49-F238E27FC236}">
                <a16:creationId xmlns:a16="http://schemas.microsoft.com/office/drawing/2014/main" id="{EF3B05B5-F05C-AF93-0F8A-64A342BD706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21089" y="2736580"/>
            <a:ext cx="4995184" cy="333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5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7CE4-D822-EFB1-FA59-37431F64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Mid </a:t>
            </a:r>
            <a:r>
              <a:rPr lang="de-DE" dirty="0" err="1"/>
              <a:t>Example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E9741-CE20-1710-866A-C02E0FC2A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Online (R=227)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B8AC9-681D-93B5-FECD-785DB8B6F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/>
              <a:t>Offline (R=226)</a:t>
            </a:r>
            <a:endParaRPr lang="en-GB" dirty="0"/>
          </a:p>
        </p:txBody>
      </p:sp>
      <p:pic>
        <p:nvPicPr>
          <p:cNvPr id="11" name="cartpole_v186_seed_100-episode-0">
            <a:hlinkClick r:id="" action="ppaction://media"/>
            <a:extLst>
              <a:ext uri="{FF2B5EF4-FFF2-40B4-BE49-F238E27FC236}">
                <a16:creationId xmlns:a16="http://schemas.microsoft.com/office/drawing/2014/main" id="{7219F415-FA95-EC5E-8B82-E59ACA61334D}"/>
              </a:ext>
            </a:extLst>
          </p:cNvPr>
          <p:cNvPicPr>
            <a:picLocks noGrp="1" noChangeAspect="1"/>
          </p:cNvPicPr>
          <p:nvPr>
            <p:ph sz="quarter" idx="4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72200" y="2619375"/>
            <a:ext cx="5183188" cy="3455988"/>
          </a:xfrm>
        </p:spPr>
      </p:pic>
      <p:pic>
        <p:nvPicPr>
          <p:cNvPr id="10" name="cartpole_v4_seed_100-episode-0">
            <a:hlinkClick r:id="" action="ppaction://media"/>
            <a:extLst>
              <a:ext uri="{FF2B5EF4-FFF2-40B4-BE49-F238E27FC236}">
                <a16:creationId xmlns:a16="http://schemas.microsoft.com/office/drawing/2014/main" id="{0A142385-C60C-C132-02B8-2759DA22715E}"/>
              </a:ext>
            </a:extLst>
          </p:cNvPr>
          <p:cNvPicPr>
            <a:picLocks noGrp="1" noChangeAspect="1"/>
          </p:cNvPicPr>
          <p:nvPr>
            <p:ph sz="half" idx="2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9788" y="2627313"/>
            <a:ext cx="5157787" cy="3438525"/>
          </a:xfrm>
        </p:spPr>
      </p:pic>
    </p:spTree>
    <p:extLst>
      <p:ext uri="{BB962C8B-B14F-4D97-AF65-F5344CB8AC3E}">
        <p14:creationId xmlns:p14="http://schemas.microsoft.com/office/powerpoint/2010/main" val="108804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1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BB30-7D60-81A6-8DCC-5472EC8E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CF6C-4866-6EF4-8E78-9C68D077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Random </a:t>
            </a:r>
            <a:r>
              <a:rPr lang="de-DE" dirty="0" err="1"/>
              <a:t>Example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4860E-1324-1A93-A94C-D7E25229F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Online (R=20)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3E3A1-536B-CE58-F45C-C700A299C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/>
              <a:t>Offline (R=122)</a:t>
            </a:r>
            <a:endParaRPr lang="en-GB" dirty="0"/>
          </a:p>
        </p:txBody>
      </p:sp>
      <p:pic>
        <p:nvPicPr>
          <p:cNvPr id="8" name="cartpole_v212_seed_2-episode-0">
            <a:hlinkClick r:id="" action="ppaction://media"/>
            <a:extLst>
              <a:ext uri="{FF2B5EF4-FFF2-40B4-BE49-F238E27FC236}">
                <a16:creationId xmlns:a16="http://schemas.microsoft.com/office/drawing/2014/main" id="{752E7D5F-160B-1DAB-BF8C-B57B7E8F0F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6000" y="2633063"/>
            <a:ext cx="5157787" cy="3438525"/>
          </a:xfrm>
          <a:prstGeom prst="rect">
            <a:avLst/>
          </a:prstGeom>
        </p:spPr>
      </p:pic>
      <p:pic>
        <p:nvPicPr>
          <p:cNvPr id="6" name="cartpole_v0_seed_2-episode-0">
            <a:hlinkClick r:id="" action="ppaction://media"/>
            <a:extLst>
              <a:ext uri="{FF2B5EF4-FFF2-40B4-BE49-F238E27FC236}">
                <a16:creationId xmlns:a16="http://schemas.microsoft.com/office/drawing/2014/main" id="{06E9E8EA-2776-F796-E155-1EFA9DC4E09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14876" y="2627312"/>
            <a:ext cx="55827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9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2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5AA7-227F-0EFD-96D8-62F3A35D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A8E-FB7F-44D3-F5B8-C1CEBFB4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  <a:b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7200" dirty="0"/>
              <a:t>Return = Sehr gut?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artpole_v0_seed_2-episode-0">
            <a:hlinkClick r:id="" action="ppaction://media"/>
            <a:extLst>
              <a:ext uri="{FF2B5EF4-FFF2-40B4-BE49-F238E27FC236}">
                <a16:creationId xmlns:a16="http://schemas.microsoft.com/office/drawing/2014/main" id="{BB55E259-073E-06CE-517B-D84D5FA513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4315149" y="4164877"/>
            <a:ext cx="3561701" cy="23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7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66</Paragraphs>
  <Slides>20</Slides>
  <Notes>1</Notes>
  <HiddenSlides>0</HiddenSlides>
  <MMClips>8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Offline-RL</vt:lpstr>
      <vt:lpstr>Reinforcement Learning</vt:lpstr>
      <vt:lpstr>Cartpole</vt:lpstr>
      <vt:lpstr>Deep Q Network</vt:lpstr>
      <vt:lpstr>Problems with offline Training</vt:lpstr>
      <vt:lpstr>Conservative Q-Learning</vt:lpstr>
      <vt:lpstr>Training</vt:lpstr>
      <vt:lpstr>Perfect (Return =500)</vt:lpstr>
      <vt:lpstr>PowerPoint Presentation</vt:lpstr>
      <vt:lpstr>PowerPoint Presentation</vt:lpstr>
      <vt:lpstr>Mid (Return =240)</vt:lpstr>
      <vt:lpstr>PowerPoint Presentation</vt:lpstr>
      <vt:lpstr>PowerPoint Presentation</vt:lpstr>
      <vt:lpstr>Random (Return =20)</vt:lpstr>
      <vt:lpstr>PowerPoint Presentation</vt:lpstr>
      <vt:lpstr>PowerPoint Presentation</vt:lpstr>
      <vt:lpstr>Perfect Example</vt:lpstr>
      <vt:lpstr>Mid Example</vt:lpstr>
      <vt:lpstr>Random Example</vt:lpstr>
      <vt:lpstr>Thanks Return = Sehr gut?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dobro</dc:creator>
  <cp:lastModifiedBy>felix dobro</cp:lastModifiedBy>
  <cp:revision>1</cp:revision>
  <dcterms:created xsi:type="dcterms:W3CDTF">2026-01-24T16:23:35Z</dcterms:created>
  <dcterms:modified xsi:type="dcterms:W3CDTF">2026-01-25T13:19:05Z</dcterms:modified>
</cp:coreProperties>
</file>